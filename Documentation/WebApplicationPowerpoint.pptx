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7" r:id="rId5"/>
    <p:sldId id="268" r:id="rId6"/>
    <p:sldId id="259" r:id="rId7"/>
    <p:sldId id="269" r:id="rId8"/>
    <p:sldId id="260" r:id="rId9"/>
    <p:sldId id="261" r:id="rId10"/>
    <p:sldId id="262" r:id="rId11"/>
    <p:sldId id="265" r:id="rId12"/>
    <p:sldId id="270" r:id="rId13"/>
    <p:sldId id="263" r:id="rId14"/>
    <p:sldId id="26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CEEAD2A-5E89-5A4E-ABD2-FBAD16191704}" type="doc">
      <dgm:prSet loTypeId="urn:microsoft.com/office/officeart/2009/3/layout/HorizontalOrganizationChart" loCatId="hierarchy" qsTypeId="urn:microsoft.com/office/officeart/2005/8/quickstyle/simple2" qsCatId="simple" csTypeId="urn:microsoft.com/office/officeart/2005/8/colors/accent2_2" csCatId="accent2"/>
      <dgm:spPr/>
      <dgm:t>
        <a:bodyPr/>
        <a:lstStyle/>
        <a:p>
          <a:endParaRPr lang="en-GB"/>
        </a:p>
      </dgm:t>
    </dgm:pt>
    <dgm:pt modelId="{AE9EFD19-9DFA-AE4A-8317-A4CF97121EDB}">
      <dgm:prSet/>
      <dgm:spPr/>
      <dgm:t>
        <a:bodyPr/>
        <a:lstStyle/>
        <a:p>
          <a:r>
            <a:rPr lang="en-GB"/>
            <a:t>Business (API) Layer</a:t>
          </a:r>
        </a:p>
      </dgm:t>
    </dgm:pt>
    <dgm:pt modelId="{55C23CD6-F42B-2247-BFB7-C70B243EF087}" type="parTrans" cxnId="{2B41ED60-6243-8142-8AE4-5EDB98F5DC0C}">
      <dgm:prSet/>
      <dgm:spPr/>
      <dgm:t>
        <a:bodyPr/>
        <a:lstStyle/>
        <a:p>
          <a:endParaRPr lang="en-GB"/>
        </a:p>
      </dgm:t>
    </dgm:pt>
    <dgm:pt modelId="{AEC84309-037A-F344-9AB0-1285E998665A}" type="sibTrans" cxnId="{2B41ED60-6243-8142-8AE4-5EDB98F5DC0C}">
      <dgm:prSet/>
      <dgm:spPr/>
      <dgm:t>
        <a:bodyPr/>
        <a:lstStyle/>
        <a:p>
          <a:endParaRPr lang="en-GB"/>
        </a:p>
      </dgm:t>
    </dgm:pt>
    <dgm:pt modelId="{535FF7FC-3937-9E4F-979A-0F65299B0219}">
      <dgm:prSet/>
      <dgm:spPr/>
      <dgm:t>
        <a:bodyPr/>
        <a:lstStyle/>
        <a:p>
          <a:r>
            <a:rPr lang="en-GB"/>
            <a:t>Entity</a:t>
          </a:r>
        </a:p>
      </dgm:t>
    </dgm:pt>
    <dgm:pt modelId="{831DB11B-5E10-3F45-95AF-165A46F9A6D1}" type="parTrans" cxnId="{61C20E04-44AF-2343-8DBC-4C2DF653BB8A}">
      <dgm:prSet/>
      <dgm:spPr/>
      <dgm:t>
        <a:bodyPr/>
        <a:lstStyle/>
        <a:p>
          <a:endParaRPr lang="en-GB"/>
        </a:p>
      </dgm:t>
    </dgm:pt>
    <dgm:pt modelId="{47F4A067-97FB-9C4A-9087-7F06997A53E6}" type="sibTrans" cxnId="{61C20E04-44AF-2343-8DBC-4C2DF653BB8A}">
      <dgm:prSet/>
      <dgm:spPr/>
      <dgm:t>
        <a:bodyPr/>
        <a:lstStyle/>
        <a:p>
          <a:endParaRPr lang="en-GB"/>
        </a:p>
      </dgm:t>
    </dgm:pt>
    <dgm:pt modelId="{E72F756E-990E-B742-A4E0-F9DB281D40D2}">
      <dgm:prSet/>
      <dgm:spPr/>
      <dgm:t>
        <a:bodyPr/>
        <a:lstStyle/>
        <a:p>
          <a:r>
            <a:rPr lang="en-GB"/>
            <a:t>Controller</a:t>
          </a:r>
        </a:p>
      </dgm:t>
    </dgm:pt>
    <dgm:pt modelId="{C53B2AD3-48BF-8543-ACE5-5E855A812E1F}" type="parTrans" cxnId="{8046C748-D1EA-804F-AE8E-E2264407D8B2}">
      <dgm:prSet/>
      <dgm:spPr/>
      <dgm:t>
        <a:bodyPr/>
        <a:lstStyle/>
        <a:p>
          <a:endParaRPr lang="en-GB"/>
        </a:p>
      </dgm:t>
    </dgm:pt>
    <dgm:pt modelId="{D9C59ED5-C893-6448-9D4B-D7AF6B5DE958}" type="sibTrans" cxnId="{8046C748-D1EA-804F-AE8E-E2264407D8B2}">
      <dgm:prSet/>
      <dgm:spPr/>
      <dgm:t>
        <a:bodyPr/>
        <a:lstStyle/>
        <a:p>
          <a:endParaRPr lang="en-GB"/>
        </a:p>
      </dgm:t>
    </dgm:pt>
    <dgm:pt modelId="{44916824-19E0-CF42-B78F-2D0169E3110D}">
      <dgm:prSet/>
      <dgm:spPr/>
      <dgm:t>
        <a:bodyPr/>
        <a:lstStyle/>
        <a:p>
          <a:r>
            <a:rPr lang="en-GB"/>
            <a:t>Service</a:t>
          </a:r>
        </a:p>
      </dgm:t>
    </dgm:pt>
    <dgm:pt modelId="{9E32CAA6-2B42-5348-BBE6-61C0B9ECB1B9}" type="parTrans" cxnId="{0444A0A2-CC7B-A541-88D2-3CA0306ACC79}">
      <dgm:prSet/>
      <dgm:spPr/>
      <dgm:t>
        <a:bodyPr/>
        <a:lstStyle/>
        <a:p>
          <a:endParaRPr lang="en-GB"/>
        </a:p>
      </dgm:t>
    </dgm:pt>
    <dgm:pt modelId="{0D7BFE43-089B-924E-83E5-B05233329EEB}" type="sibTrans" cxnId="{0444A0A2-CC7B-A541-88D2-3CA0306ACC79}">
      <dgm:prSet/>
      <dgm:spPr/>
      <dgm:t>
        <a:bodyPr/>
        <a:lstStyle/>
        <a:p>
          <a:endParaRPr lang="en-GB"/>
        </a:p>
      </dgm:t>
    </dgm:pt>
    <dgm:pt modelId="{FBB59E0C-4CFF-254A-8337-C7A3FB5CCB12}">
      <dgm:prSet/>
      <dgm:spPr/>
      <dgm:t>
        <a:bodyPr/>
        <a:lstStyle/>
        <a:p>
          <a:r>
            <a:rPr lang="en-GB"/>
            <a:t>Repo</a:t>
          </a:r>
        </a:p>
      </dgm:t>
    </dgm:pt>
    <dgm:pt modelId="{B40FDE9E-B131-4B4F-B841-73DF20FD3801}" type="parTrans" cxnId="{13132395-6AA6-1545-A1C0-C589F95DD51D}">
      <dgm:prSet/>
      <dgm:spPr/>
      <dgm:t>
        <a:bodyPr/>
        <a:lstStyle/>
        <a:p>
          <a:endParaRPr lang="en-GB"/>
        </a:p>
      </dgm:t>
    </dgm:pt>
    <dgm:pt modelId="{F1AADB1D-0B11-F748-83FA-014C792E7AA5}" type="sibTrans" cxnId="{13132395-6AA6-1545-A1C0-C589F95DD51D}">
      <dgm:prSet/>
      <dgm:spPr/>
      <dgm:t>
        <a:bodyPr/>
        <a:lstStyle/>
        <a:p>
          <a:endParaRPr lang="en-GB"/>
        </a:p>
      </dgm:t>
    </dgm:pt>
    <dgm:pt modelId="{CC8BB764-11BB-714B-8DD4-0B667DA02532}" type="pres">
      <dgm:prSet presAssocID="{1CEEAD2A-5E89-5A4E-ABD2-FBAD16191704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21395BC5-4F5E-BA42-A320-75FDA5F35F4F}" type="pres">
      <dgm:prSet presAssocID="{AE9EFD19-9DFA-AE4A-8317-A4CF97121EDB}" presName="hierRoot1" presStyleCnt="0">
        <dgm:presLayoutVars>
          <dgm:hierBranch val="init"/>
        </dgm:presLayoutVars>
      </dgm:prSet>
      <dgm:spPr/>
    </dgm:pt>
    <dgm:pt modelId="{19DD7312-B417-3244-88A3-7342F678C948}" type="pres">
      <dgm:prSet presAssocID="{AE9EFD19-9DFA-AE4A-8317-A4CF97121EDB}" presName="rootComposite1" presStyleCnt="0"/>
      <dgm:spPr/>
    </dgm:pt>
    <dgm:pt modelId="{7A36DE8C-50C6-8A40-BA65-F47AD5839446}" type="pres">
      <dgm:prSet presAssocID="{AE9EFD19-9DFA-AE4A-8317-A4CF97121EDB}" presName="rootText1" presStyleLbl="node0" presStyleIdx="0" presStyleCnt="1">
        <dgm:presLayoutVars>
          <dgm:chPref val="3"/>
        </dgm:presLayoutVars>
      </dgm:prSet>
      <dgm:spPr/>
    </dgm:pt>
    <dgm:pt modelId="{0979487D-B423-0D4B-B1A1-D6C8B35EF372}" type="pres">
      <dgm:prSet presAssocID="{AE9EFD19-9DFA-AE4A-8317-A4CF97121EDB}" presName="rootConnector1" presStyleLbl="node1" presStyleIdx="0" presStyleCnt="0"/>
      <dgm:spPr/>
    </dgm:pt>
    <dgm:pt modelId="{D20311B1-49F6-0148-B95A-759CB7483C6F}" type="pres">
      <dgm:prSet presAssocID="{AE9EFD19-9DFA-AE4A-8317-A4CF97121EDB}" presName="hierChild2" presStyleCnt="0"/>
      <dgm:spPr/>
    </dgm:pt>
    <dgm:pt modelId="{A7F08574-9863-8D49-ADB8-8C8342979087}" type="pres">
      <dgm:prSet presAssocID="{831DB11B-5E10-3F45-95AF-165A46F9A6D1}" presName="Name64" presStyleLbl="parChTrans1D2" presStyleIdx="0" presStyleCnt="1"/>
      <dgm:spPr/>
    </dgm:pt>
    <dgm:pt modelId="{24B10FDD-4784-3A41-B868-E1C8E5A48F7E}" type="pres">
      <dgm:prSet presAssocID="{535FF7FC-3937-9E4F-979A-0F65299B0219}" presName="hierRoot2" presStyleCnt="0">
        <dgm:presLayoutVars>
          <dgm:hierBranch val="init"/>
        </dgm:presLayoutVars>
      </dgm:prSet>
      <dgm:spPr/>
    </dgm:pt>
    <dgm:pt modelId="{318132D2-8EE5-064B-ABFF-8C8E5752FFCA}" type="pres">
      <dgm:prSet presAssocID="{535FF7FC-3937-9E4F-979A-0F65299B0219}" presName="rootComposite" presStyleCnt="0"/>
      <dgm:spPr/>
    </dgm:pt>
    <dgm:pt modelId="{F2726D2D-4190-4C41-B802-24472A354F38}" type="pres">
      <dgm:prSet presAssocID="{535FF7FC-3937-9E4F-979A-0F65299B0219}" presName="rootText" presStyleLbl="node2" presStyleIdx="0" presStyleCnt="1">
        <dgm:presLayoutVars>
          <dgm:chPref val="3"/>
        </dgm:presLayoutVars>
      </dgm:prSet>
      <dgm:spPr/>
    </dgm:pt>
    <dgm:pt modelId="{E115DAE3-7703-6F40-930B-B19AAF8E2102}" type="pres">
      <dgm:prSet presAssocID="{535FF7FC-3937-9E4F-979A-0F65299B0219}" presName="rootConnector" presStyleLbl="node2" presStyleIdx="0" presStyleCnt="1"/>
      <dgm:spPr/>
    </dgm:pt>
    <dgm:pt modelId="{6A40553C-A6CE-CB4B-9A02-9AEFD13A2052}" type="pres">
      <dgm:prSet presAssocID="{535FF7FC-3937-9E4F-979A-0F65299B0219}" presName="hierChild4" presStyleCnt="0"/>
      <dgm:spPr/>
    </dgm:pt>
    <dgm:pt modelId="{907DBB45-6AF3-8F4E-97E5-A96ECD9B392B}" type="pres">
      <dgm:prSet presAssocID="{C53B2AD3-48BF-8543-ACE5-5E855A812E1F}" presName="Name64" presStyleLbl="parChTrans1D3" presStyleIdx="0" presStyleCnt="3"/>
      <dgm:spPr/>
    </dgm:pt>
    <dgm:pt modelId="{77EBB0BF-319A-E442-943D-89C35ACB02C2}" type="pres">
      <dgm:prSet presAssocID="{E72F756E-990E-B742-A4E0-F9DB281D40D2}" presName="hierRoot2" presStyleCnt="0">
        <dgm:presLayoutVars>
          <dgm:hierBranch val="init"/>
        </dgm:presLayoutVars>
      </dgm:prSet>
      <dgm:spPr/>
    </dgm:pt>
    <dgm:pt modelId="{76EB49F3-AFDC-B444-A878-221386753DE4}" type="pres">
      <dgm:prSet presAssocID="{E72F756E-990E-B742-A4E0-F9DB281D40D2}" presName="rootComposite" presStyleCnt="0"/>
      <dgm:spPr/>
    </dgm:pt>
    <dgm:pt modelId="{A6C0DD61-1389-8049-8579-3BF9541B80E7}" type="pres">
      <dgm:prSet presAssocID="{E72F756E-990E-B742-A4E0-F9DB281D40D2}" presName="rootText" presStyleLbl="node3" presStyleIdx="0" presStyleCnt="3">
        <dgm:presLayoutVars>
          <dgm:chPref val="3"/>
        </dgm:presLayoutVars>
      </dgm:prSet>
      <dgm:spPr/>
    </dgm:pt>
    <dgm:pt modelId="{22781CC1-4CC8-9E4C-8D61-71E6F8B1960C}" type="pres">
      <dgm:prSet presAssocID="{E72F756E-990E-B742-A4E0-F9DB281D40D2}" presName="rootConnector" presStyleLbl="node3" presStyleIdx="0" presStyleCnt="3"/>
      <dgm:spPr/>
    </dgm:pt>
    <dgm:pt modelId="{EB00F48B-6297-D848-AF02-0D0C54550935}" type="pres">
      <dgm:prSet presAssocID="{E72F756E-990E-B742-A4E0-F9DB281D40D2}" presName="hierChild4" presStyleCnt="0"/>
      <dgm:spPr/>
    </dgm:pt>
    <dgm:pt modelId="{836C53D4-5C49-7541-9447-732651E8A20B}" type="pres">
      <dgm:prSet presAssocID="{E72F756E-990E-B742-A4E0-F9DB281D40D2}" presName="hierChild5" presStyleCnt="0"/>
      <dgm:spPr/>
    </dgm:pt>
    <dgm:pt modelId="{062F72C5-E8A0-8941-9489-F4AA7BE0AB9D}" type="pres">
      <dgm:prSet presAssocID="{9E32CAA6-2B42-5348-BBE6-61C0B9ECB1B9}" presName="Name64" presStyleLbl="parChTrans1D3" presStyleIdx="1" presStyleCnt="3"/>
      <dgm:spPr/>
    </dgm:pt>
    <dgm:pt modelId="{D6E3277D-962D-2142-9C26-084669A575F6}" type="pres">
      <dgm:prSet presAssocID="{44916824-19E0-CF42-B78F-2D0169E3110D}" presName="hierRoot2" presStyleCnt="0">
        <dgm:presLayoutVars>
          <dgm:hierBranch val="init"/>
        </dgm:presLayoutVars>
      </dgm:prSet>
      <dgm:spPr/>
    </dgm:pt>
    <dgm:pt modelId="{795C31E7-88C9-A242-866B-0632CDF289DD}" type="pres">
      <dgm:prSet presAssocID="{44916824-19E0-CF42-B78F-2D0169E3110D}" presName="rootComposite" presStyleCnt="0"/>
      <dgm:spPr/>
    </dgm:pt>
    <dgm:pt modelId="{C804D13E-57C9-B845-87B7-8BE36A6C6A56}" type="pres">
      <dgm:prSet presAssocID="{44916824-19E0-CF42-B78F-2D0169E3110D}" presName="rootText" presStyleLbl="node3" presStyleIdx="1" presStyleCnt="3">
        <dgm:presLayoutVars>
          <dgm:chPref val="3"/>
        </dgm:presLayoutVars>
      </dgm:prSet>
      <dgm:spPr/>
    </dgm:pt>
    <dgm:pt modelId="{C1B52CEC-4A96-AC4A-98BC-9CA45D3C1CB1}" type="pres">
      <dgm:prSet presAssocID="{44916824-19E0-CF42-B78F-2D0169E3110D}" presName="rootConnector" presStyleLbl="node3" presStyleIdx="1" presStyleCnt="3"/>
      <dgm:spPr/>
    </dgm:pt>
    <dgm:pt modelId="{D5CB459E-52FA-AF4F-8E21-EB904FB733E3}" type="pres">
      <dgm:prSet presAssocID="{44916824-19E0-CF42-B78F-2D0169E3110D}" presName="hierChild4" presStyleCnt="0"/>
      <dgm:spPr/>
    </dgm:pt>
    <dgm:pt modelId="{D3973A08-BDBC-C444-83E7-A15F723B4C7D}" type="pres">
      <dgm:prSet presAssocID="{44916824-19E0-CF42-B78F-2D0169E3110D}" presName="hierChild5" presStyleCnt="0"/>
      <dgm:spPr/>
    </dgm:pt>
    <dgm:pt modelId="{DF82FE55-BED9-A443-B233-0B2FEF759E96}" type="pres">
      <dgm:prSet presAssocID="{B40FDE9E-B131-4B4F-B841-73DF20FD3801}" presName="Name64" presStyleLbl="parChTrans1D3" presStyleIdx="2" presStyleCnt="3"/>
      <dgm:spPr/>
    </dgm:pt>
    <dgm:pt modelId="{E8AC18DE-3A47-BF46-B710-9B996C59F93C}" type="pres">
      <dgm:prSet presAssocID="{FBB59E0C-4CFF-254A-8337-C7A3FB5CCB12}" presName="hierRoot2" presStyleCnt="0">
        <dgm:presLayoutVars>
          <dgm:hierBranch val="init"/>
        </dgm:presLayoutVars>
      </dgm:prSet>
      <dgm:spPr/>
    </dgm:pt>
    <dgm:pt modelId="{07DA13A3-B8D5-1344-82AF-7413DF2B5AA2}" type="pres">
      <dgm:prSet presAssocID="{FBB59E0C-4CFF-254A-8337-C7A3FB5CCB12}" presName="rootComposite" presStyleCnt="0"/>
      <dgm:spPr/>
    </dgm:pt>
    <dgm:pt modelId="{7EDA6A0D-6797-494C-90BD-B8408A77CFFF}" type="pres">
      <dgm:prSet presAssocID="{FBB59E0C-4CFF-254A-8337-C7A3FB5CCB12}" presName="rootText" presStyleLbl="node3" presStyleIdx="2" presStyleCnt="3">
        <dgm:presLayoutVars>
          <dgm:chPref val="3"/>
        </dgm:presLayoutVars>
      </dgm:prSet>
      <dgm:spPr/>
    </dgm:pt>
    <dgm:pt modelId="{BF52AEC9-8A7C-9B42-AF5C-40ADF184E7DF}" type="pres">
      <dgm:prSet presAssocID="{FBB59E0C-4CFF-254A-8337-C7A3FB5CCB12}" presName="rootConnector" presStyleLbl="node3" presStyleIdx="2" presStyleCnt="3"/>
      <dgm:spPr/>
    </dgm:pt>
    <dgm:pt modelId="{6EB88A68-B5CC-4244-8A13-C93E729345B3}" type="pres">
      <dgm:prSet presAssocID="{FBB59E0C-4CFF-254A-8337-C7A3FB5CCB12}" presName="hierChild4" presStyleCnt="0"/>
      <dgm:spPr/>
    </dgm:pt>
    <dgm:pt modelId="{64E57B80-04FD-6441-92C8-42327FDD83A8}" type="pres">
      <dgm:prSet presAssocID="{FBB59E0C-4CFF-254A-8337-C7A3FB5CCB12}" presName="hierChild5" presStyleCnt="0"/>
      <dgm:spPr/>
    </dgm:pt>
    <dgm:pt modelId="{DFF8ADC0-ADD9-904C-8CF5-783FF8E0050E}" type="pres">
      <dgm:prSet presAssocID="{535FF7FC-3937-9E4F-979A-0F65299B0219}" presName="hierChild5" presStyleCnt="0"/>
      <dgm:spPr/>
    </dgm:pt>
    <dgm:pt modelId="{6DC8F5E4-6945-F640-9FD3-F7E67BA3C215}" type="pres">
      <dgm:prSet presAssocID="{AE9EFD19-9DFA-AE4A-8317-A4CF97121EDB}" presName="hierChild3" presStyleCnt="0"/>
      <dgm:spPr/>
    </dgm:pt>
  </dgm:ptLst>
  <dgm:cxnLst>
    <dgm:cxn modelId="{61C20E04-44AF-2343-8DBC-4C2DF653BB8A}" srcId="{AE9EFD19-9DFA-AE4A-8317-A4CF97121EDB}" destId="{535FF7FC-3937-9E4F-979A-0F65299B0219}" srcOrd="0" destOrd="0" parTransId="{831DB11B-5E10-3F45-95AF-165A46F9A6D1}" sibTransId="{47F4A067-97FB-9C4A-9087-7F06997A53E6}"/>
    <dgm:cxn modelId="{55406F0B-90D9-4141-B748-4232E5B3AD59}" type="presOf" srcId="{1CEEAD2A-5E89-5A4E-ABD2-FBAD16191704}" destId="{CC8BB764-11BB-714B-8DD4-0B667DA02532}" srcOrd="0" destOrd="0" presId="urn:microsoft.com/office/officeart/2009/3/layout/HorizontalOrganizationChart"/>
    <dgm:cxn modelId="{C981C014-A8CC-5B4F-A33E-24DDBAFF35EE}" type="presOf" srcId="{535FF7FC-3937-9E4F-979A-0F65299B0219}" destId="{F2726D2D-4190-4C41-B802-24472A354F38}" srcOrd="0" destOrd="0" presId="urn:microsoft.com/office/officeart/2009/3/layout/HorizontalOrganizationChart"/>
    <dgm:cxn modelId="{1F52AA16-87E3-3542-9085-42570AE1E433}" type="presOf" srcId="{E72F756E-990E-B742-A4E0-F9DB281D40D2}" destId="{22781CC1-4CC8-9E4C-8D61-71E6F8B1960C}" srcOrd="1" destOrd="0" presId="urn:microsoft.com/office/officeart/2009/3/layout/HorizontalOrganizationChart"/>
    <dgm:cxn modelId="{7F899121-9FE2-EE45-8559-2062AA1557B5}" type="presOf" srcId="{B40FDE9E-B131-4B4F-B841-73DF20FD3801}" destId="{DF82FE55-BED9-A443-B233-0B2FEF759E96}" srcOrd="0" destOrd="0" presId="urn:microsoft.com/office/officeart/2009/3/layout/HorizontalOrganizationChart"/>
    <dgm:cxn modelId="{E5CA5525-EF74-FF40-93C7-F54ECDAB899A}" type="presOf" srcId="{44916824-19E0-CF42-B78F-2D0169E3110D}" destId="{C1B52CEC-4A96-AC4A-98BC-9CA45D3C1CB1}" srcOrd="1" destOrd="0" presId="urn:microsoft.com/office/officeart/2009/3/layout/HorizontalOrganizationChart"/>
    <dgm:cxn modelId="{EB1E0232-A518-2742-9663-B827D37EE731}" type="presOf" srcId="{C53B2AD3-48BF-8543-ACE5-5E855A812E1F}" destId="{907DBB45-6AF3-8F4E-97E5-A96ECD9B392B}" srcOrd="0" destOrd="0" presId="urn:microsoft.com/office/officeart/2009/3/layout/HorizontalOrganizationChart"/>
    <dgm:cxn modelId="{54144A45-CC0D-C44F-B06E-350868C45628}" type="presOf" srcId="{FBB59E0C-4CFF-254A-8337-C7A3FB5CCB12}" destId="{7EDA6A0D-6797-494C-90BD-B8408A77CFFF}" srcOrd="0" destOrd="0" presId="urn:microsoft.com/office/officeart/2009/3/layout/HorizontalOrganizationChart"/>
    <dgm:cxn modelId="{8046C748-D1EA-804F-AE8E-E2264407D8B2}" srcId="{535FF7FC-3937-9E4F-979A-0F65299B0219}" destId="{E72F756E-990E-B742-A4E0-F9DB281D40D2}" srcOrd="0" destOrd="0" parTransId="{C53B2AD3-48BF-8543-ACE5-5E855A812E1F}" sibTransId="{D9C59ED5-C893-6448-9D4B-D7AF6B5DE958}"/>
    <dgm:cxn modelId="{7960E853-9AF4-274F-AA4B-DA0B089CEE7C}" type="presOf" srcId="{AE9EFD19-9DFA-AE4A-8317-A4CF97121EDB}" destId="{7A36DE8C-50C6-8A40-BA65-F47AD5839446}" srcOrd="0" destOrd="0" presId="urn:microsoft.com/office/officeart/2009/3/layout/HorizontalOrganizationChart"/>
    <dgm:cxn modelId="{ABD0F854-41A7-7746-B30B-EF9328F14A8B}" type="presOf" srcId="{AE9EFD19-9DFA-AE4A-8317-A4CF97121EDB}" destId="{0979487D-B423-0D4B-B1A1-D6C8B35EF372}" srcOrd="1" destOrd="0" presId="urn:microsoft.com/office/officeart/2009/3/layout/HorizontalOrganizationChart"/>
    <dgm:cxn modelId="{2B41ED60-6243-8142-8AE4-5EDB98F5DC0C}" srcId="{1CEEAD2A-5E89-5A4E-ABD2-FBAD16191704}" destId="{AE9EFD19-9DFA-AE4A-8317-A4CF97121EDB}" srcOrd="0" destOrd="0" parTransId="{55C23CD6-F42B-2247-BFB7-C70B243EF087}" sibTransId="{AEC84309-037A-F344-9AB0-1285E998665A}"/>
    <dgm:cxn modelId="{4264AB62-994B-7E46-88F2-52F49F5ECF39}" type="presOf" srcId="{44916824-19E0-CF42-B78F-2D0169E3110D}" destId="{C804D13E-57C9-B845-87B7-8BE36A6C6A56}" srcOrd="0" destOrd="0" presId="urn:microsoft.com/office/officeart/2009/3/layout/HorizontalOrganizationChart"/>
    <dgm:cxn modelId="{78FE107F-519D-3B4B-91C4-F78F5E64AE88}" type="presOf" srcId="{E72F756E-990E-B742-A4E0-F9DB281D40D2}" destId="{A6C0DD61-1389-8049-8579-3BF9541B80E7}" srcOrd="0" destOrd="0" presId="urn:microsoft.com/office/officeart/2009/3/layout/HorizontalOrganizationChart"/>
    <dgm:cxn modelId="{13132395-6AA6-1545-A1C0-C589F95DD51D}" srcId="{535FF7FC-3937-9E4F-979A-0F65299B0219}" destId="{FBB59E0C-4CFF-254A-8337-C7A3FB5CCB12}" srcOrd="2" destOrd="0" parTransId="{B40FDE9E-B131-4B4F-B841-73DF20FD3801}" sibTransId="{F1AADB1D-0B11-F748-83FA-014C792E7AA5}"/>
    <dgm:cxn modelId="{BEE50F9D-2F54-3245-B875-DB0DD77F41CD}" type="presOf" srcId="{9E32CAA6-2B42-5348-BBE6-61C0B9ECB1B9}" destId="{062F72C5-E8A0-8941-9489-F4AA7BE0AB9D}" srcOrd="0" destOrd="0" presId="urn:microsoft.com/office/officeart/2009/3/layout/HorizontalOrganizationChart"/>
    <dgm:cxn modelId="{0444A0A2-CC7B-A541-88D2-3CA0306ACC79}" srcId="{535FF7FC-3937-9E4F-979A-0F65299B0219}" destId="{44916824-19E0-CF42-B78F-2D0169E3110D}" srcOrd="1" destOrd="0" parTransId="{9E32CAA6-2B42-5348-BBE6-61C0B9ECB1B9}" sibTransId="{0D7BFE43-089B-924E-83E5-B05233329EEB}"/>
    <dgm:cxn modelId="{5F8246A8-D975-8347-8CAA-B36B5E229B2A}" type="presOf" srcId="{831DB11B-5E10-3F45-95AF-165A46F9A6D1}" destId="{A7F08574-9863-8D49-ADB8-8C8342979087}" srcOrd="0" destOrd="0" presId="urn:microsoft.com/office/officeart/2009/3/layout/HorizontalOrganizationChart"/>
    <dgm:cxn modelId="{7CD1DAE1-660D-8B4B-A044-31D67BEC93DA}" type="presOf" srcId="{FBB59E0C-4CFF-254A-8337-C7A3FB5CCB12}" destId="{BF52AEC9-8A7C-9B42-AF5C-40ADF184E7DF}" srcOrd="1" destOrd="0" presId="urn:microsoft.com/office/officeart/2009/3/layout/HorizontalOrganizationChart"/>
    <dgm:cxn modelId="{8D30BFED-0A1B-7E49-88FC-3276926059BD}" type="presOf" srcId="{535FF7FC-3937-9E4F-979A-0F65299B0219}" destId="{E115DAE3-7703-6F40-930B-B19AAF8E2102}" srcOrd="1" destOrd="0" presId="urn:microsoft.com/office/officeart/2009/3/layout/HorizontalOrganizationChart"/>
    <dgm:cxn modelId="{DADEF66B-16A3-9D42-8B23-03E89140FAAC}" type="presParOf" srcId="{CC8BB764-11BB-714B-8DD4-0B667DA02532}" destId="{21395BC5-4F5E-BA42-A320-75FDA5F35F4F}" srcOrd="0" destOrd="0" presId="urn:microsoft.com/office/officeart/2009/3/layout/HorizontalOrganizationChart"/>
    <dgm:cxn modelId="{9CC9968E-EDA0-C64E-9849-E7317FC83BD1}" type="presParOf" srcId="{21395BC5-4F5E-BA42-A320-75FDA5F35F4F}" destId="{19DD7312-B417-3244-88A3-7342F678C948}" srcOrd="0" destOrd="0" presId="urn:microsoft.com/office/officeart/2009/3/layout/HorizontalOrganizationChart"/>
    <dgm:cxn modelId="{761C2345-4FC7-E04F-BF24-0593535A87BD}" type="presParOf" srcId="{19DD7312-B417-3244-88A3-7342F678C948}" destId="{7A36DE8C-50C6-8A40-BA65-F47AD5839446}" srcOrd="0" destOrd="0" presId="urn:microsoft.com/office/officeart/2009/3/layout/HorizontalOrganizationChart"/>
    <dgm:cxn modelId="{66A736A4-2467-6A4B-B462-CE5AB1878297}" type="presParOf" srcId="{19DD7312-B417-3244-88A3-7342F678C948}" destId="{0979487D-B423-0D4B-B1A1-D6C8B35EF372}" srcOrd="1" destOrd="0" presId="urn:microsoft.com/office/officeart/2009/3/layout/HorizontalOrganizationChart"/>
    <dgm:cxn modelId="{6B13CC9A-2634-8046-BF73-8DAD067E2FAC}" type="presParOf" srcId="{21395BC5-4F5E-BA42-A320-75FDA5F35F4F}" destId="{D20311B1-49F6-0148-B95A-759CB7483C6F}" srcOrd="1" destOrd="0" presId="urn:microsoft.com/office/officeart/2009/3/layout/HorizontalOrganizationChart"/>
    <dgm:cxn modelId="{E5E31B58-B3D9-894B-B27B-C0034C86ADE4}" type="presParOf" srcId="{D20311B1-49F6-0148-B95A-759CB7483C6F}" destId="{A7F08574-9863-8D49-ADB8-8C8342979087}" srcOrd="0" destOrd="0" presId="urn:microsoft.com/office/officeart/2009/3/layout/HorizontalOrganizationChart"/>
    <dgm:cxn modelId="{E7405F3E-A125-6B4A-9A98-F6B3B40A7924}" type="presParOf" srcId="{D20311B1-49F6-0148-B95A-759CB7483C6F}" destId="{24B10FDD-4784-3A41-B868-E1C8E5A48F7E}" srcOrd="1" destOrd="0" presId="urn:microsoft.com/office/officeart/2009/3/layout/HorizontalOrganizationChart"/>
    <dgm:cxn modelId="{7C62D484-C040-154B-89D1-DF018DD234E7}" type="presParOf" srcId="{24B10FDD-4784-3A41-B868-E1C8E5A48F7E}" destId="{318132D2-8EE5-064B-ABFF-8C8E5752FFCA}" srcOrd="0" destOrd="0" presId="urn:microsoft.com/office/officeart/2009/3/layout/HorizontalOrganizationChart"/>
    <dgm:cxn modelId="{DBEA62EA-D9EE-2B4A-B09D-BF49EEB377C4}" type="presParOf" srcId="{318132D2-8EE5-064B-ABFF-8C8E5752FFCA}" destId="{F2726D2D-4190-4C41-B802-24472A354F38}" srcOrd="0" destOrd="0" presId="urn:microsoft.com/office/officeart/2009/3/layout/HorizontalOrganizationChart"/>
    <dgm:cxn modelId="{2EDA7562-C245-224E-A216-9EDB44176E1D}" type="presParOf" srcId="{318132D2-8EE5-064B-ABFF-8C8E5752FFCA}" destId="{E115DAE3-7703-6F40-930B-B19AAF8E2102}" srcOrd="1" destOrd="0" presId="urn:microsoft.com/office/officeart/2009/3/layout/HorizontalOrganizationChart"/>
    <dgm:cxn modelId="{2B2E6FE4-0051-CD40-95F9-FB984E68E5ED}" type="presParOf" srcId="{24B10FDD-4784-3A41-B868-E1C8E5A48F7E}" destId="{6A40553C-A6CE-CB4B-9A02-9AEFD13A2052}" srcOrd="1" destOrd="0" presId="urn:microsoft.com/office/officeart/2009/3/layout/HorizontalOrganizationChart"/>
    <dgm:cxn modelId="{033EA137-C557-4248-A0B5-CC96F016426B}" type="presParOf" srcId="{6A40553C-A6CE-CB4B-9A02-9AEFD13A2052}" destId="{907DBB45-6AF3-8F4E-97E5-A96ECD9B392B}" srcOrd="0" destOrd="0" presId="urn:microsoft.com/office/officeart/2009/3/layout/HorizontalOrganizationChart"/>
    <dgm:cxn modelId="{5C2A6765-75EC-AD41-A487-B5504D96D11F}" type="presParOf" srcId="{6A40553C-A6CE-CB4B-9A02-9AEFD13A2052}" destId="{77EBB0BF-319A-E442-943D-89C35ACB02C2}" srcOrd="1" destOrd="0" presId="urn:microsoft.com/office/officeart/2009/3/layout/HorizontalOrganizationChart"/>
    <dgm:cxn modelId="{3428A913-B2DE-3140-A3C4-74BF4EFE3C87}" type="presParOf" srcId="{77EBB0BF-319A-E442-943D-89C35ACB02C2}" destId="{76EB49F3-AFDC-B444-A878-221386753DE4}" srcOrd="0" destOrd="0" presId="urn:microsoft.com/office/officeart/2009/3/layout/HorizontalOrganizationChart"/>
    <dgm:cxn modelId="{7F7C3D39-63D5-A245-88BE-038878953117}" type="presParOf" srcId="{76EB49F3-AFDC-B444-A878-221386753DE4}" destId="{A6C0DD61-1389-8049-8579-3BF9541B80E7}" srcOrd="0" destOrd="0" presId="urn:microsoft.com/office/officeart/2009/3/layout/HorizontalOrganizationChart"/>
    <dgm:cxn modelId="{D6FF565F-67A3-4A4D-A93A-36E2BD7E81DD}" type="presParOf" srcId="{76EB49F3-AFDC-B444-A878-221386753DE4}" destId="{22781CC1-4CC8-9E4C-8D61-71E6F8B1960C}" srcOrd="1" destOrd="0" presId="urn:microsoft.com/office/officeart/2009/3/layout/HorizontalOrganizationChart"/>
    <dgm:cxn modelId="{810A620C-B057-B447-8F3A-32B037C218E5}" type="presParOf" srcId="{77EBB0BF-319A-E442-943D-89C35ACB02C2}" destId="{EB00F48B-6297-D848-AF02-0D0C54550935}" srcOrd="1" destOrd="0" presId="urn:microsoft.com/office/officeart/2009/3/layout/HorizontalOrganizationChart"/>
    <dgm:cxn modelId="{EE02E397-08F1-024E-82C1-72CAF7129AB7}" type="presParOf" srcId="{77EBB0BF-319A-E442-943D-89C35ACB02C2}" destId="{836C53D4-5C49-7541-9447-732651E8A20B}" srcOrd="2" destOrd="0" presId="urn:microsoft.com/office/officeart/2009/3/layout/HorizontalOrganizationChart"/>
    <dgm:cxn modelId="{F14F92BA-FBD7-2E4F-8380-A2327E98723B}" type="presParOf" srcId="{6A40553C-A6CE-CB4B-9A02-9AEFD13A2052}" destId="{062F72C5-E8A0-8941-9489-F4AA7BE0AB9D}" srcOrd="2" destOrd="0" presId="urn:microsoft.com/office/officeart/2009/3/layout/HorizontalOrganizationChart"/>
    <dgm:cxn modelId="{ED183319-C68C-9242-82EA-EE7DD7CE7F80}" type="presParOf" srcId="{6A40553C-A6CE-CB4B-9A02-9AEFD13A2052}" destId="{D6E3277D-962D-2142-9C26-084669A575F6}" srcOrd="3" destOrd="0" presId="urn:microsoft.com/office/officeart/2009/3/layout/HorizontalOrganizationChart"/>
    <dgm:cxn modelId="{34E57990-0C9D-1B4B-A81A-8164892BA1A5}" type="presParOf" srcId="{D6E3277D-962D-2142-9C26-084669A575F6}" destId="{795C31E7-88C9-A242-866B-0632CDF289DD}" srcOrd="0" destOrd="0" presId="urn:microsoft.com/office/officeart/2009/3/layout/HorizontalOrganizationChart"/>
    <dgm:cxn modelId="{84D75164-95C7-0046-9ED5-7B948E2412F0}" type="presParOf" srcId="{795C31E7-88C9-A242-866B-0632CDF289DD}" destId="{C804D13E-57C9-B845-87B7-8BE36A6C6A56}" srcOrd="0" destOrd="0" presId="urn:microsoft.com/office/officeart/2009/3/layout/HorizontalOrganizationChart"/>
    <dgm:cxn modelId="{5E1E8791-43BD-9546-9E86-B3EE8626F3A6}" type="presParOf" srcId="{795C31E7-88C9-A242-866B-0632CDF289DD}" destId="{C1B52CEC-4A96-AC4A-98BC-9CA45D3C1CB1}" srcOrd="1" destOrd="0" presId="urn:microsoft.com/office/officeart/2009/3/layout/HorizontalOrganizationChart"/>
    <dgm:cxn modelId="{A8DD0CCE-4097-804D-947A-19BCB74ACD51}" type="presParOf" srcId="{D6E3277D-962D-2142-9C26-084669A575F6}" destId="{D5CB459E-52FA-AF4F-8E21-EB904FB733E3}" srcOrd="1" destOrd="0" presId="urn:microsoft.com/office/officeart/2009/3/layout/HorizontalOrganizationChart"/>
    <dgm:cxn modelId="{E89A542D-9B5C-824A-B518-7AD307FFE575}" type="presParOf" srcId="{D6E3277D-962D-2142-9C26-084669A575F6}" destId="{D3973A08-BDBC-C444-83E7-A15F723B4C7D}" srcOrd="2" destOrd="0" presId="urn:microsoft.com/office/officeart/2009/3/layout/HorizontalOrganizationChart"/>
    <dgm:cxn modelId="{FA80531B-65BC-C54E-B411-B337152FF753}" type="presParOf" srcId="{6A40553C-A6CE-CB4B-9A02-9AEFD13A2052}" destId="{DF82FE55-BED9-A443-B233-0B2FEF759E96}" srcOrd="4" destOrd="0" presId="urn:microsoft.com/office/officeart/2009/3/layout/HorizontalOrganizationChart"/>
    <dgm:cxn modelId="{0DD66DB0-B98A-A04A-94BD-9E1FDE174B58}" type="presParOf" srcId="{6A40553C-A6CE-CB4B-9A02-9AEFD13A2052}" destId="{E8AC18DE-3A47-BF46-B710-9B996C59F93C}" srcOrd="5" destOrd="0" presId="urn:microsoft.com/office/officeart/2009/3/layout/HorizontalOrganizationChart"/>
    <dgm:cxn modelId="{F63ECD0A-4F28-224D-A81A-DD74EE15E740}" type="presParOf" srcId="{E8AC18DE-3A47-BF46-B710-9B996C59F93C}" destId="{07DA13A3-B8D5-1344-82AF-7413DF2B5AA2}" srcOrd="0" destOrd="0" presId="urn:microsoft.com/office/officeart/2009/3/layout/HorizontalOrganizationChart"/>
    <dgm:cxn modelId="{698B2BDE-C5A3-8B45-B890-2C3F9335B3E0}" type="presParOf" srcId="{07DA13A3-B8D5-1344-82AF-7413DF2B5AA2}" destId="{7EDA6A0D-6797-494C-90BD-B8408A77CFFF}" srcOrd="0" destOrd="0" presId="urn:microsoft.com/office/officeart/2009/3/layout/HorizontalOrganizationChart"/>
    <dgm:cxn modelId="{C06DF2F0-B440-F04B-A3D3-156AAC05AE44}" type="presParOf" srcId="{07DA13A3-B8D5-1344-82AF-7413DF2B5AA2}" destId="{BF52AEC9-8A7C-9B42-AF5C-40ADF184E7DF}" srcOrd="1" destOrd="0" presId="urn:microsoft.com/office/officeart/2009/3/layout/HorizontalOrganizationChart"/>
    <dgm:cxn modelId="{23A21AC5-7EF8-304A-BE86-AF39B02BC257}" type="presParOf" srcId="{E8AC18DE-3A47-BF46-B710-9B996C59F93C}" destId="{6EB88A68-B5CC-4244-8A13-C93E729345B3}" srcOrd="1" destOrd="0" presId="urn:microsoft.com/office/officeart/2009/3/layout/HorizontalOrganizationChart"/>
    <dgm:cxn modelId="{1267AA18-7FC7-2043-B822-0696DF6E8890}" type="presParOf" srcId="{E8AC18DE-3A47-BF46-B710-9B996C59F93C}" destId="{64E57B80-04FD-6441-92C8-42327FDD83A8}" srcOrd="2" destOrd="0" presId="urn:microsoft.com/office/officeart/2009/3/layout/HorizontalOrganizationChart"/>
    <dgm:cxn modelId="{D5F97C12-CC80-974F-972E-6F791D4CB83A}" type="presParOf" srcId="{24B10FDD-4784-3A41-B868-E1C8E5A48F7E}" destId="{DFF8ADC0-ADD9-904C-8CF5-783FF8E0050E}" srcOrd="2" destOrd="0" presId="urn:microsoft.com/office/officeart/2009/3/layout/HorizontalOrganizationChart"/>
    <dgm:cxn modelId="{AF771070-EF79-9B49-B5AD-ADED884F948D}" type="presParOf" srcId="{21395BC5-4F5E-BA42-A320-75FDA5F35F4F}" destId="{6DC8F5E4-6945-F640-9FD3-F7E67BA3C215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82FE55-BED9-A443-B233-0B2FEF759E96}">
      <dsp:nvSpPr>
        <dsp:cNvPr id="0" name=""/>
        <dsp:cNvSpPr/>
      </dsp:nvSpPr>
      <dsp:spPr>
        <a:xfrm>
          <a:off x="4632763" y="2077180"/>
          <a:ext cx="420902" cy="90493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10451" y="0"/>
              </a:lnTo>
              <a:lnTo>
                <a:pt x="210451" y="904939"/>
              </a:lnTo>
              <a:lnTo>
                <a:pt x="420902" y="904939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2F72C5-E8A0-8941-9489-F4AA7BE0AB9D}">
      <dsp:nvSpPr>
        <dsp:cNvPr id="0" name=""/>
        <dsp:cNvSpPr/>
      </dsp:nvSpPr>
      <dsp:spPr>
        <a:xfrm>
          <a:off x="4632763" y="2031460"/>
          <a:ext cx="42090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0902" y="45720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07DBB45-6AF3-8F4E-97E5-A96ECD9B392B}">
      <dsp:nvSpPr>
        <dsp:cNvPr id="0" name=""/>
        <dsp:cNvSpPr/>
      </dsp:nvSpPr>
      <dsp:spPr>
        <a:xfrm>
          <a:off x="4632763" y="1172241"/>
          <a:ext cx="420902" cy="904939"/>
        </a:xfrm>
        <a:custGeom>
          <a:avLst/>
          <a:gdLst/>
          <a:ahLst/>
          <a:cxnLst/>
          <a:rect l="0" t="0" r="0" b="0"/>
          <a:pathLst>
            <a:path>
              <a:moveTo>
                <a:pt x="0" y="904939"/>
              </a:moveTo>
              <a:lnTo>
                <a:pt x="210451" y="904939"/>
              </a:lnTo>
              <a:lnTo>
                <a:pt x="210451" y="0"/>
              </a:lnTo>
              <a:lnTo>
                <a:pt x="420902" y="0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F08574-9863-8D49-ADB8-8C8342979087}">
      <dsp:nvSpPr>
        <dsp:cNvPr id="0" name=""/>
        <dsp:cNvSpPr/>
      </dsp:nvSpPr>
      <dsp:spPr>
        <a:xfrm>
          <a:off x="2107351" y="2031460"/>
          <a:ext cx="42090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0902" y="45720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A36DE8C-50C6-8A40-BA65-F47AD5839446}">
      <dsp:nvSpPr>
        <dsp:cNvPr id="0" name=""/>
        <dsp:cNvSpPr/>
      </dsp:nvSpPr>
      <dsp:spPr>
        <a:xfrm>
          <a:off x="2840" y="1756242"/>
          <a:ext cx="2104510" cy="64187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Business (API) Layer</a:t>
          </a:r>
        </a:p>
      </dsp:txBody>
      <dsp:txXfrm>
        <a:off x="2840" y="1756242"/>
        <a:ext cx="2104510" cy="641875"/>
      </dsp:txXfrm>
    </dsp:sp>
    <dsp:sp modelId="{F2726D2D-4190-4C41-B802-24472A354F38}">
      <dsp:nvSpPr>
        <dsp:cNvPr id="0" name=""/>
        <dsp:cNvSpPr/>
      </dsp:nvSpPr>
      <dsp:spPr>
        <a:xfrm>
          <a:off x="2528253" y="1756242"/>
          <a:ext cx="2104510" cy="64187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Entity</a:t>
          </a:r>
        </a:p>
      </dsp:txBody>
      <dsp:txXfrm>
        <a:off x="2528253" y="1756242"/>
        <a:ext cx="2104510" cy="641875"/>
      </dsp:txXfrm>
    </dsp:sp>
    <dsp:sp modelId="{A6C0DD61-1389-8049-8579-3BF9541B80E7}">
      <dsp:nvSpPr>
        <dsp:cNvPr id="0" name=""/>
        <dsp:cNvSpPr/>
      </dsp:nvSpPr>
      <dsp:spPr>
        <a:xfrm>
          <a:off x="5053665" y="851303"/>
          <a:ext cx="2104510" cy="64187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Controller</a:t>
          </a:r>
        </a:p>
      </dsp:txBody>
      <dsp:txXfrm>
        <a:off x="5053665" y="851303"/>
        <a:ext cx="2104510" cy="641875"/>
      </dsp:txXfrm>
    </dsp:sp>
    <dsp:sp modelId="{C804D13E-57C9-B845-87B7-8BE36A6C6A56}">
      <dsp:nvSpPr>
        <dsp:cNvPr id="0" name=""/>
        <dsp:cNvSpPr/>
      </dsp:nvSpPr>
      <dsp:spPr>
        <a:xfrm>
          <a:off x="5053665" y="1756242"/>
          <a:ext cx="2104510" cy="64187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Service</a:t>
          </a:r>
        </a:p>
      </dsp:txBody>
      <dsp:txXfrm>
        <a:off x="5053665" y="1756242"/>
        <a:ext cx="2104510" cy="641875"/>
      </dsp:txXfrm>
    </dsp:sp>
    <dsp:sp modelId="{7EDA6A0D-6797-494C-90BD-B8408A77CFFF}">
      <dsp:nvSpPr>
        <dsp:cNvPr id="0" name=""/>
        <dsp:cNvSpPr/>
      </dsp:nvSpPr>
      <dsp:spPr>
        <a:xfrm>
          <a:off x="5053665" y="2661182"/>
          <a:ext cx="2104510" cy="64187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Repo</a:t>
          </a:r>
        </a:p>
      </dsp:txBody>
      <dsp:txXfrm>
        <a:off x="5053665" y="2661182"/>
        <a:ext cx="2104510" cy="6418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83DBC5-D4E5-6F4E-B7F1-D91DD50C31CD}" type="datetimeFigureOut">
              <a:rPr lang="en-GB" smtClean="0"/>
              <a:t>18/08/2022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7C5560-2CB5-2F42-A750-88FBFEFF6B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9640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Who are you? How did you approach the specification?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C5560-2CB5-2F42-A750-88FBFEFF6B3C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07167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How did I initially approach the problem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C5560-2CB5-2F42-A750-88FBFEFF6B3C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56477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What needed to be included? What did I hope to achieve?</a:t>
            </a:r>
          </a:p>
          <a:p>
            <a:endParaRPr lang="en-GB" dirty="0"/>
          </a:p>
          <a:p>
            <a:r>
              <a:rPr lang="en-GB" dirty="0"/>
              <a:t>Three sprints, each had their own goal.</a:t>
            </a:r>
          </a:p>
          <a:p>
            <a:endParaRPr lang="en-GB" dirty="0"/>
          </a:p>
          <a:p>
            <a:r>
              <a:rPr lang="en-GB" dirty="0"/>
              <a:t>First goal was to complete API</a:t>
            </a:r>
          </a:p>
          <a:p>
            <a:r>
              <a:rPr lang="en-GB" dirty="0"/>
              <a:t>Second Front end and testing</a:t>
            </a:r>
          </a:p>
          <a:p>
            <a:r>
              <a:rPr lang="en-GB" dirty="0"/>
              <a:t>Third presentation and final user check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C5560-2CB5-2F42-A750-88FBFEFF6B3C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4332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What technologies have I learned in this project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C5560-2CB5-2F42-A750-88FBFEFF6B3C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45999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How did I approach version control?</a:t>
            </a:r>
          </a:p>
          <a:p>
            <a:endParaRPr lang="en-GB" dirty="0"/>
          </a:p>
          <a:p>
            <a:r>
              <a:rPr lang="en-GB" dirty="0"/>
              <a:t>Followed the master/dev/feature 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C5560-2CB5-2F42-A750-88FBFEFF6B3C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99905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Coverage, static analysis, red-green-refactor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C5560-2CB5-2F42-A750-88FBFEFF6B3C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35985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Run through a couple user stories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C5560-2CB5-2F42-A750-88FBFEFF6B3C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50064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What needed to be included? What did I hope to achieve?</a:t>
            </a:r>
          </a:p>
          <a:p>
            <a:endParaRPr lang="en-GB" dirty="0"/>
          </a:p>
          <a:p>
            <a:r>
              <a:rPr lang="en-GB" dirty="0"/>
              <a:t>Three sprints, each had their own goal.</a:t>
            </a:r>
          </a:p>
          <a:p>
            <a:endParaRPr lang="en-GB" dirty="0"/>
          </a:p>
          <a:p>
            <a:r>
              <a:rPr lang="en-GB" dirty="0"/>
              <a:t>First goal was to complete API</a:t>
            </a:r>
          </a:p>
          <a:p>
            <a:r>
              <a:rPr lang="en-GB" dirty="0"/>
              <a:t>Second Front end and testing</a:t>
            </a:r>
          </a:p>
          <a:p>
            <a:r>
              <a:rPr lang="en-GB" dirty="0"/>
              <a:t>Third presentation and final user check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C5560-2CB5-2F42-A750-88FBFEFF6B3C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39172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What went well? What could be improved?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C5560-2CB5-2F42-A750-88FBFEFF6B3C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368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Reflections on the project, future steps other relevant info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C5560-2CB5-2F42-A750-88FBFEFF6B3C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21063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6A144-C8C0-F17D-8A55-107FFA2BB5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F92C73-FBA9-4767-5CD4-405785437C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1DCA20-3A03-BD14-3469-2D9C44B29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F4AA2-13FF-DD42-80C8-E3736CD8864F}" type="datetimeFigureOut">
              <a:rPr lang="en-GB" smtClean="0"/>
              <a:t>18/08/2022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70DC64-296A-53EE-409B-877D7F3F9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022549-8060-6D25-AEBE-7D9F699FE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E65A6-A8C8-DF42-BE87-BB09C383F2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3295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1EB89-9F52-3B66-3943-51AF6D414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E70433-D2C6-E2D7-2DFA-FEAA79013D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693F4A-484C-62D8-DE94-7C3DA3CBF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F4AA2-13FF-DD42-80C8-E3736CD8864F}" type="datetimeFigureOut">
              <a:rPr lang="en-GB" smtClean="0"/>
              <a:t>18/08/2022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E19332-BE4E-E427-0401-9F8CF6BE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7232B-0CF1-7F90-231D-E45A5131C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E65A6-A8C8-DF42-BE87-BB09C383F2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9216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7E92C-C0DA-7492-3E35-3E4C51D50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ECE45E-97BC-6F34-893A-8931422F1F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F0CF30-615D-2E21-B34B-D53692C81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F4AA2-13FF-DD42-80C8-E3736CD8864F}" type="datetimeFigureOut">
              <a:rPr lang="en-GB" smtClean="0"/>
              <a:t>18/08/2022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D9D470-4BA7-CA89-7333-5BB6710B8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D684DC-1F17-6AF8-3894-48FC0C77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E65A6-A8C8-DF42-BE87-BB09C383F2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098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BF259-FDF0-C32E-A995-EEB0531A0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50BEC-3D6A-2F16-4BB8-FE8DD64D4A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32C2D6-90E3-FEC4-F3DA-2E791B9F5B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283673-DD5A-BD54-16B7-505E9B70B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F4AA2-13FF-DD42-80C8-E3736CD8864F}" type="datetimeFigureOut">
              <a:rPr lang="en-GB" smtClean="0"/>
              <a:t>18/08/2022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FCAFA3-AABB-F803-04F9-B9CF7AF86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E55BC9-9AFA-A717-0EC4-28FFC3935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E65A6-A8C8-DF42-BE87-BB09C383F2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5860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EB1E2-9414-5D34-B7A3-E9115B8CC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8BCBF6-C2DE-C6BA-713D-F73A365AB5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DD3ACB-654F-CC65-B035-7A3EE6D552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039D77-BFE8-5395-A9DD-8D2517BBBF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C950F9-E716-809D-E106-793C6C6CFA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70CBA4-618B-EFBE-2F82-F6F4E14B5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F4AA2-13FF-DD42-80C8-E3736CD8864F}" type="datetimeFigureOut">
              <a:rPr lang="en-GB" smtClean="0"/>
              <a:t>18/08/2022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AFC483-06FA-6859-CC35-9DD0A1523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2C8DB4-C182-61F5-63D4-BD8CC7128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E65A6-A8C8-DF42-BE87-BB09C383F2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5181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17A00-44B5-E05E-F38A-6EF943780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1574C9-AC04-A066-D0EF-E8FFE65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F4AA2-13FF-DD42-80C8-E3736CD8864F}" type="datetimeFigureOut">
              <a:rPr lang="en-GB" smtClean="0"/>
              <a:t>18/08/2022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31EF57-5205-FAB1-7A08-6AD8AC785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E115A1-C4E8-5DE9-D8E4-B40BD05E7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E65A6-A8C8-DF42-BE87-BB09C383F2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9693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2EF197-EF24-B066-2F5C-B8DFFF6E5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F4AA2-13FF-DD42-80C8-E3736CD8864F}" type="datetimeFigureOut">
              <a:rPr lang="en-GB" smtClean="0"/>
              <a:t>18/08/2022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3AA812-EB62-B361-9973-8B1A39DE9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4475A-AF2F-FD44-D7CF-A6D45C74E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E65A6-A8C8-DF42-BE87-BB09C383F2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7822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0DB42-B09C-4327-6AA2-F0D41AE5A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4A2F3-0CBC-A70B-F7CE-550DDA71CE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0FEE13-15BC-ACB5-B9E6-56E41002C4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E228A0-319C-8B99-DC18-12D687033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F4AA2-13FF-DD42-80C8-E3736CD8864F}" type="datetimeFigureOut">
              <a:rPr lang="en-GB" smtClean="0"/>
              <a:t>18/08/2022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8F95B6-08AB-F6D6-2880-E5F1DCCB6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702D52-F9C7-D2E7-3309-17F496FA7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E65A6-A8C8-DF42-BE87-BB09C383F2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9473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E49ED-8A98-8183-71BC-4A8D124F9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5B76C9-EE17-F2B3-96A0-EA6C129E65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759DBF-D682-5446-8070-D579737EC5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E5EF90-09C9-B22E-B03A-18646FE74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F4AA2-13FF-DD42-80C8-E3736CD8864F}" type="datetimeFigureOut">
              <a:rPr lang="en-GB" smtClean="0"/>
              <a:t>18/08/2022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241F21-89C5-CCE1-DBEA-9FA165640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491DF6-3C8D-3B6F-95EA-51F713C9A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E65A6-A8C8-DF42-BE87-BB09C383F2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4526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B80E2-586C-D093-0EF6-DF3CF5924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A9360A-C719-ABB5-5C15-0BE468F979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901FB7-A6A3-80DC-05C5-0C28F30D5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F4AA2-13FF-DD42-80C8-E3736CD8864F}" type="datetimeFigureOut">
              <a:rPr lang="en-GB" smtClean="0"/>
              <a:t>18/08/2022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21DD4C-DA5F-24AE-E9F4-48BE3FDEC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D432E-8E9F-0595-3025-94F09DA88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E65A6-A8C8-DF42-BE87-BB09C383F2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22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D5AFB9-63A7-4E7F-41F2-3669691BAE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C6468C-C0F0-6B2E-5650-E848C6E4C9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53E3A9-A0A1-24ED-7E31-0D0FC5C12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F4AA2-13FF-DD42-80C8-E3736CD8864F}" type="datetimeFigureOut">
              <a:rPr lang="en-GB" smtClean="0"/>
              <a:t>18/08/2022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99C61C-6B4A-951B-F59B-3FBCC4F4E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4889BF-C490-11A0-FC2A-EA639D30B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E65A6-A8C8-DF42-BE87-BB09C383F2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1958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ECE643-094B-9C02-AAF2-6DD8A1506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5AD61C-9145-31CF-62F2-B832BD2077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B35DBD-28C0-58C4-A5D6-B6F851E415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EF4AA2-13FF-DD42-80C8-E3736CD8864F}" type="datetimeFigureOut">
              <a:rPr lang="en-GB" smtClean="0"/>
              <a:t>18/08/2022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BF030-D706-258C-7059-D614D5B05E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D4881D-AAB1-8926-780F-1138AA1F92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2E65A6-A8C8-DF42-BE87-BB09C383F2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170228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CE6EE-5474-CEE4-E51A-0664BE96A3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64614" y="1783959"/>
            <a:ext cx="4087306" cy="2889114"/>
          </a:xfrm>
        </p:spPr>
        <p:txBody>
          <a:bodyPr anchor="b">
            <a:normAutofit/>
          </a:bodyPr>
          <a:lstStyle/>
          <a:p>
            <a:pPr algn="l"/>
            <a:r>
              <a:rPr lang="en-GB" sz="5400" dirty="0">
                <a:solidFill>
                  <a:schemeClr val="accent2"/>
                </a:solidFill>
              </a:rPr>
              <a:t>To-Do List Web Page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47E2F9-08F6-B622-7FC3-07EB72F95C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64612" y="4750893"/>
            <a:ext cx="4087305" cy="1147863"/>
          </a:xfrm>
        </p:spPr>
        <p:txBody>
          <a:bodyPr anchor="t">
            <a:normAutofit/>
          </a:bodyPr>
          <a:lstStyle/>
          <a:p>
            <a:pPr algn="l"/>
            <a:r>
              <a:rPr lang="en-GB" sz="2000"/>
              <a:t>Ibraheem Latif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6F7AD6-F2DD-C956-D9DC-BAA161005EA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859" r="20493"/>
          <a:stretch/>
        </p:blipFill>
        <p:spPr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824552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51810-9E49-A51D-AE03-EE50587C2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3600" y="1396289"/>
            <a:ext cx="5006336" cy="1325563"/>
          </a:xfrm>
        </p:spPr>
        <p:txBody>
          <a:bodyPr>
            <a:normAutofit/>
          </a:bodyPr>
          <a:lstStyle/>
          <a:p>
            <a:r>
              <a:rPr lang="en-GB" dirty="0"/>
              <a:t>Introduction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74D28C-3268-4E35-8EE1-D92CB4A85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6172782" cy="6858000"/>
          </a:xfrm>
          <a:custGeom>
            <a:avLst/>
            <a:gdLst>
              <a:gd name="connsiteX0" fmla="*/ 6172782 w 6172782"/>
              <a:gd name="connsiteY0" fmla="*/ 0 h 6858000"/>
              <a:gd name="connsiteX1" fmla="*/ 69075 w 6172782"/>
              <a:gd name="connsiteY1" fmla="*/ 0 h 6858000"/>
              <a:gd name="connsiteX2" fmla="*/ 35131 w 6172782"/>
              <a:gd name="connsiteY2" fmla="*/ 267128 h 6858000"/>
              <a:gd name="connsiteX3" fmla="*/ 0 w 6172782"/>
              <a:gd name="connsiteY3" fmla="*/ 962845 h 6858000"/>
              <a:gd name="connsiteX4" fmla="*/ 3276103 w 6172782"/>
              <a:gd name="connsiteY4" fmla="*/ 6782205 h 6858000"/>
              <a:gd name="connsiteX5" fmla="*/ 3407923 w 6172782"/>
              <a:gd name="connsiteY5" fmla="*/ 6858000 h 6858000"/>
              <a:gd name="connsiteX6" fmla="*/ 6172782 w 617278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72782" h="685800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58D44E42-C462-4105-BC86-FE75B4E3C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6024154" cy="6858000"/>
          </a:xfrm>
          <a:custGeom>
            <a:avLst/>
            <a:gdLst>
              <a:gd name="connsiteX0" fmla="*/ 70374 w 6024154"/>
              <a:gd name="connsiteY0" fmla="*/ 0 h 6858000"/>
              <a:gd name="connsiteX1" fmla="*/ 6024154 w 6024154"/>
              <a:gd name="connsiteY1" fmla="*/ 0 h 6858000"/>
              <a:gd name="connsiteX2" fmla="*/ 6024154 w 6024154"/>
              <a:gd name="connsiteY2" fmla="*/ 6858000 h 6858000"/>
              <a:gd name="connsiteX3" fmla="*/ 3587167 w 6024154"/>
              <a:gd name="connsiteY3" fmla="*/ 6858000 h 6858000"/>
              <a:gd name="connsiteX4" fmla="*/ 3474220 w 6024154"/>
              <a:gd name="connsiteY4" fmla="*/ 6800152 h 6858000"/>
              <a:gd name="connsiteX5" fmla="*/ 0 w 6024154"/>
              <a:gd name="connsiteY5" fmla="*/ 962844 h 6858000"/>
              <a:gd name="connsiteX6" fmla="*/ 34274 w 6024154"/>
              <a:gd name="connsiteY6" fmla="*/ 2840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4154" h="6858000">
                <a:moveTo>
                  <a:pt x="70374" y="0"/>
                </a:moveTo>
                <a:lnTo>
                  <a:pt x="6024154" y="0"/>
                </a:lnTo>
                <a:lnTo>
                  <a:pt x="6024154" y="6858000"/>
                </a:lnTo>
                <a:lnTo>
                  <a:pt x="3587167" y="6858000"/>
                </a:lnTo>
                <a:lnTo>
                  <a:pt x="3474220" y="6800152"/>
                </a:lnTo>
                <a:cubicBezTo>
                  <a:pt x="1404818" y="5675986"/>
                  <a:pt x="0" y="3483472"/>
                  <a:pt x="0" y="962844"/>
                </a:cubicBezTo>
                <a:cubicBezTo>
                  <a:pt x="0" y="733696"/>
                  <a:pt x="11610" y="507260"/>
                  <a:pt x="34274" y="28409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Graphic 13" descr="Programmer">
            <a:extLst>
              <a:ext uri="{FF2B5EF4-FFF2-40B4-BE49-F238E27FC236}">
                <a16:creationId xmlns:a16="http://schemas.microsoft.com/office/drawing/2014/main" id="{3C5552D7-FAF8-09DF-D72D-6970C425CB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4241" y="643466"/>
            <a:ext cx="4105275" cy="410527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AFD70-E353-BB9C-3797-AE75D8961B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8044" y="2871982"/>
            <a:ext cx="5006336" cy="3181684"/>
          </a:xfrm>
        </p:spPr>
        <p:txBody>
          <a:bodyPr anchor="t">
            <a:normAutofit/>
          </a:bodyPr>
          <a:lstStyle/>
          <a:p>
            <a:r>
              <a:rPr lang="en-GB" sz="1800" dirty="0"/>
              <a:t>Create an Object Oriented Programming (OOP) web application.</a:t>
            </a:r>
          </a:p>
          <a:p>
            <a:r>
              <a:rPr lang="en-GB" sz="1800" dirty="0"/>
              <a:t>Full CRUD functionality</a:t>
            </a:r>
          </a:p>
          <a:p>
            <a:r>
              <a:rPr lang="en-GB" sz="1800" dirty="0"/>
              <a:t>Local and online Database</a:t>
            </a:r>
          </a:p>
          <a:p>
            <a:r>
              <a:rPr lang="en-GB" sz="1800" dirty="0"/>
              <a:t>Testing coverage of 80%</a:t>
            </a:r>
          </a:p>
          <a:p>
            <a:r>
              <a:rPr lang="en-GB" sz="1800" dirty="0"/>
              <a:t>A complied application</a:t>
            </a:r>
          </a:p>
          <a:p>
            <a:pPr marL="457200" lvl="1" indent="0">
              <a:buNone/>
            </a:pPr>
            <a:endParaRPr lang="en-GB" sz="1800" dirty="0"/>
          </a:p>
          <a:p>
            <a:pPr marL="457200" lvl="1" indent="0">
              <a:buNone/>
            </a:pP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1539796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: Shape 14">
            <a:extLst>
              <a:ext uri="{FF2B5EF4-FFF2-40B4-BE49-F238E27FC236}">
                <a16:creationId xmlns:a16="http://schemas.microsoft.com/office/drawing/2014/main" id="{025E2AA9-10C9-4A14-BEA3-064CD0131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36816" cy="5254922"/>
          </a:xfrm>
          <a:custGeom>
            <a:avLst/>
            <a:gdLst>
              <a:gd name="connsiteX0" fmla="*/ 0 w 6136816"/>
              <a:gd name="connsiteY0" fmla="*/ 0 h 5254922"/>
              <a:gd name="connsiteX1" fmla="*/ 6136816 w 6136816"/>
              <a:gd name="connsiteY1" fmla="*/ 0 h 5254922"/>
              <a:gd name="connsiteX2" fmla="*/ 6134892 w 6136816"/>
              <a:gd name="connsiteY2" fmla="*/ 111520 h 5254922"/>
              <a:gd name="connsiteX3" fmla="*/ 6066513 w 6136816"/>
              <a:gd name="connsiteY3" fmla="*/ 752995 h 5254922"/>
              <a:gd name="connsiteX4" fmla="*/ 140712 w 6136816"/>
              <a:gd name="connsiteY4" fmla="*/ 5219363 h 5254922"/>
              <a:gd name="connsiteX5" fmla="*/ 0 w 6136816"/>
              <a:gd name="connsiteY5" fmla="*/ 5199534 h 5254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36816" h="5254922">
                <a:moveTo>
                  <a:pt x="0" y="0"/>
                </a:moveTo>
                <a:lnTo>
                  <a:pt x="6136816" y="0"/>
                </a:lnTo>
                <a:lnTo>
                  <a:pt x="6134892" y="111520"/>
                </a:lnTo>
                <a:cubicBezTo>
                  <a:pt x="6124961" y="323936"/>
                  <a:pt x="6102367" y="538040"/>
                  <a:pt x="6066513" y="752995"/>
                </a:cubicBezTo>
                <a:cubicBezTo>
                  <a:pt x="5592281" y="3596146"/>
                  <a:pt x="2972232" y="5545369"/>
                  <a:pt x="140712" y="5219363"/>
                </a:cubicBezTo>
                <a:lnTo>
                  <a:pt x="0" y="5199534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Freeform: Shape 16">
            <a:extLst>
              <a:ext uri="{FF2B5EF4-FFF2-40B4-BE49-F238E27FC236}">
                <a16:creationId xmlns:a16="http://schemas.microsoft.com/office/drawing/2014/main" id="{F076F371-EE61-49EA-AA2A-3582C3AC9B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5863721" cy="4984915"/>
          </a:xfrm>
          <a:custGeom>
            <a:avLst/>
            <a:gdLst>
              <a:gd name="connsiteX0" fmla="*/ 0 w 5863721"/>
              <a:gd name="connsiteY0" fmla="*/ 0 h 4984915"/>
              <a:gd name="connsiteX1" fmla="*/ 5863721 w 5863721"/>
              <a:gd name="connsiteY1" fmla="*/ 0 h 4984915"/>
              <a:gd name="connsiteX2" fmla="*/ 5844576 w 5863721"/>
              <a:gd name="connsiteY2" fmla="*/ 326138 h 4984915"/>
              <a:gd name="connsiteX3" fmla="*/ 5796589 w 5863721"/>
              <a:gd name="connsiteY3" fmla="*/ 693884 h 4984915"/>
              <a:gd name="connsiteX4" fmla="*/ 148386 w 5863721"/>
              <a:gd name="connsiteY4" fmla="*/ 4951022 h 4984915"/>
              <a:gd name="connsiteX5" fmla="*/ 0 w 5863721"/>
              <a:gd name="connsiteY5" fmla="*/ 4930112 h 4984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63721" h="4984915">
                <a:moveTo>
                  <a:pt x="0" y="0"/>
                </a:moveTo>
                <a:lnTo>
                  <a:pt x="5863721" y="0"/>
                </a:lnTo>
                <a:lnTo>
                  <a:pt x="5844576" y="326138"/>
                </a:lnTo>
                <a:cubicBezTo>
                  <a:pt x="5833049" y="448313"/>
                  <a:pt x="5817094" y="570952"/>
                  <a:pt x="5796589" y="693884"/>
                </a:cubicBezTo>
                <a:cubicBezTo>
                  <a:pt x="5344573" y="3403845"/>
                  <a:pt x="2847261" y="5261756"/>
                  <a:pt x="148386" y="4951022"/>
                </a:cubicBezTo>
                <a:lnTo>
                  <a:pt x="0" y="4930112"/>
                </a:lnTo>
                <a:close/>
              </a:path>
            </a:pathLst>
          </a:custGeom>
          <a:solidFill>
            <a:schemeClr val="bg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A3759C-AFFB-D30E-1D7B-595753652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1" y="365125"/>
            <a:ext cx="3405821" cy="3117038"/>
          </a:xfrm>
        </p:spPr>
        <p:txBody>
          <a:bodyPr anchor="ctr">
            <a:normAutofit/>
          </a:bodyPr>
          <a:lstStyle/>
          <a:p>
            <a:r>
              <a:rPr lang="en-GB" dirty="0"/>
              <a:t>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07B90-270E-5B2E-2000-1B19C75AA1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4219" y="994145"/>
            <a:ext cx="5156364" cy="483249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100" dirty="0"/>
              <a:t>Three-tier architectural structure:</a:t>
            </a:r>
          </a:p>
          <a:p>
            <a:pPr lvl="1"/>
            <a:r>
              <a:rPr lang="en-GB" sz="2100" dirty="0"/>
              <a:t>Data</a:t>
            </a:r>
          </a:p>
          <a:p>
            <a:pPr lvl="1"/>
            <a:r>
              <a:rPr lang="en-GB" sz="2100" dirty="0"/>
              <a:t>Business</a:t>
            </a:r>
          </a:p>
          <a:p>
            <a:pPr lvl="1"/>
            <a:r>
              <a:rPr lang="en-GB" sz="2100" dirty="0"/>
              <a:t>Presentation</a:t>
            </a:r>
          </a:p>
          <a:p>
            <a:pPr marL="0" indent="0">
              <a:buNone/>
            </a:pPr>
            <a:endParaRPr lang="en-GB" sz="2100" dirty="0"/>
          </a:p>
          <a:p>
            <a:endParaRPr lang="en-GB" sz="2100" dirty="0"/>
          </a:p>
        </p:txBody>
      </p:sp>
    </p:spTree>
    <p:extLst>
      <p:ext uri="{BB962C8B-B14F-4D97-AF65-F5344CB8AC3E}">
        <p14:creationId xmlns:p14="http://schemas.microsoft.com/office/powerpoint/2010/main" val="2479112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DE6A193-4755-479A-BC6F-A7EBCA73B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A55B759-31A7-423C-9BC2-A8BC09FE9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478"/>
            <a:ext cx="6754318" cy="6858478"/>
          </a:xfrm>
          <a:custGeom>
            <a:avLst/>
            <a:gdLst>
              <a:gd name="connsiteX0" fmla="*/ 0 w 6754318"/>
              <a:gd name="connsiteY0" fmla="*/ 6858478 h 6858478"/>
              <a:gd name="connsiteX1" fmla="*/ 6754318 w 6754318"/>
              <a:gd name="connsiteY1" fmla="*/ 6858478 h 6858478"/>
              <a:gd name="connsiteX2" fmla="*/ 3577943 w 6754318"/>
              <a:gd name="connsiteY2" fmla="*/ 0 h 6858478"/>
              <a:gd name="connsiteX3" fmla="*/ 3572366 w 6754318"/>
              <a:gd name="connsiteY3" fmla="*/ 0 h 6858478"/>
              <a:gd name="connsiteX4" fmla="*/ 2506138 w 6754318"/>
              <a:gd name="connsiteY4" fmla="*/ 0 h 6858478"/>
              <a:gd name="connsiteX5" fmla="*/ 0 w 6754318"/>
              <a:gd name="connsiteY5" fmla="*/ 0 h 6858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4318" h="6858478">
                <a:moveTo>
                  <a:pt x="0" y="6858478"/>
                </a:moveTo>
                <a:lnTo>
                  <a:pt x="6754318" y="6858478"/>
                </a:lnTo>
                <a:lnTo>
                  <a:pt x="3577943" y="0"/>
                </a:lnTo>
                <a:lnTo>
                  <a:pt x="3572366" y="0"/>
                </a:lnTo>
                <a:lnTo>
                  <a:pt x="250613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78796AF-79A0-47AC-BEFD-BFFC00F968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" y="-478"/>
            <a:ext cx="5953780" cy="6858478"/>
          </a:xfrm>
          <a:custGeom>
            <a:avLst/>
            <a:gdLst>
              <a:gd name="connsiteX0" fmla="*/ 0 w 5953780"/>
              <a:gd name="connsiteY0" fmla="*/ 6858478 h 6858478"/>
              <a:gd name="connsiteX1" fmla="*/ 5953780 w 5953780"/>
              <a:gd name="connsiteY1" fmla="*/ 6858478 h 6858478"/>
              <a:gd name="connsiteX2" fmla="*/ 2777405 w 5953780"/>
              <a:gd name="connsiteY2" fmla="*/ 0 h 6858478"/>
              <a:gd name="connsiteX3" fmla="*/ 2771828 w 5953780"/>
              <a:gd name="connsiteY3" fmla="*/ 0 h 6858478"/>
              <a:gd name="connsiteX4" fmla="*/ 1705600 w 5953780"/>
              <a:gd name="connsiteY4" fmla="*/ 0 h 6858478"/>
              <a:gd name="connsiteX5" fmla="*/ 0 w 5953780"/>
              <a:gd name="connsiteY5" fmla="*/ 0 h 6858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53780" h="6858478">
                <a:moveTo>
                  <a:pt x="0" y="6858478"/>
                </a:moveTo>
                <a:lnTo>
                  <a:pt x="5953780" y="6858478"/>
                </a:lnTo>
                <a:lnTo>
                  <a:pt x="2777405" y="0"/>
                </a:lnTo>
                <a:lnTo>
                  <a:pt x="2771828" y="0"/>
                </a:lnTo>
                <a:lnTo>
                  <a:pt x="1705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684668-DB4C-4917-26E7-9DC3D8B33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338328"/>
            <a:ext cx="3877056" cy="224942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Data Layer</a:t>
            </a:r>
          </a:p>
        </p:txBody>
      </p:sp>
      <p:pic>
        <p:nvPicPr>
          <p:cNvPr id="5" name="Picture 4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319D38FE-F7C1-9DF4-69E2-C9A47FA91B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6359" y="329822"/>
            <a:ext cx="2789535" cy="2611316"/>
          </a:xfrm>
          <a:prstGeom prst="rect">
            <a:avLst/>
          </a:prstGeom>
        </p:spPr>
      </p:pic>
      <p:pic>
        <p:nvPicPr>
          <p:cNvPr id="7" name="Picture 6" descr="Table&#10;&#10;Description automatically generated">
            <a:extLst>
              <a:ext uri="{FF2B5EF4-FFF2-40B4-BE49-F238E27FC236}">
                <a16:creationId xmlns:a16="http://schemas.microsoft.com/office/drawing/2014/main" id="{96F1CAB7-7A80-1EE8-6F5E-FD646149AE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781" y="3161281"/>
            <a:ext cx="5702113" cy="3136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334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6C20283-73E0-40EC-8AD8-057F581F64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28">
            <a:extLst>
              <a:ext uri="{FF2B5EF4-FFF2-40B4-BE49-F238E27FC236}">
                <a16:creationId xmlns:a16="http://schemas.microsoft.com/office/drawing/2014/main" id="{3FCC729B-E528-40C3-82D3-BA4375575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960120" y="0"/>
            <a:ext cx="11218661" cy="6858000"/>
          </a:xfrm>
          <a:custGeom>
            <a:avLst/>
            <a:gdLst>
              <a:gd name="connsiteX0" fmla="*/ 0 w 11218661"/>
              <a:gd name="connsiteY0" fmla="*/ 0 h 6858000"/>
              <a:gd name="connsiteX1" fmla="*/ 8042507 w 11218661"/>
              <a:gd name="connsiteY1" fmla="*/ 0 h 6858000"/>
              <a:gd name="connsiteX2" fmla="*/ 11218661 w 11218661"/>
              <a:gd name="connsiteY2" fmla="*/ 6858000 h 6858000"/>
              <a:gd name="connsiteX3" fmla="*/ 0 w 1121866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18661" h="6858000">
                <a:moveTo>
                  <a:pt x="0" y="0"/>
                </a:moveTo>
                <a:lnTo>
                  <a:pt x="8042507" y="0"/>
                </a:lnTo>
                <a:lnTo>
                  <a:pt x="1121866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 26">
            <a:extLst>
              <a:ext uri="{FF2B5EF4-FFF2-40B4-BE49-F238E27FC236}">
                <a16:creationId xmlns:a16="http://schemas.microsoft.com/office/drawing/2014/main" id="{58F1FB8D-1842-4A04-998D-6CF047AB27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420248" y="0"/>
            <a:ext cx="10771752" cy="6858000"/>
          </a:xfrm>
          <a:custGeom>
            <a:avLst/>
            <a:gdLst>
              <a:gd name="connsiteX0" fmla="*/ 0 w 10771752"/>
              <a:gd name="connsiteY0" fmla="*/ 0 h 6858000"/>
              <a:gd name="connsiteX1" fmla="*/ 7595598 w 10771752"/>
              <a:gd name="connsiteY1" fmla="*/ 0 h 6858000"/>
              <a:gd name="connsiteX2" fmla="*/ 10771752 w 10771752"/>
              <a:gd name="connsiteY2" fmla="*/ 6858000 h 6858000"/>
              <a:gd name="connsiteX3" fmla="*/ 0 w 1077175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71752" h="6858000">
                <a:moveTo>
                  <a:pt x="0" y="0"/>
                </a:moveTo>
                <a:lnTo>
                  <a:pt x="7595598" y="0"/>
                </a:lnTo>
                <a:lnTo>
                  <a:pt x="107717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1A140B-28E3-C1AF-7C84-60B1E9503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4039" y="365125"/>
            <a:ext cx="7164493" cy="1325563"/>
          </a:xfrm>
        </p:spPr>
        <p:txBody>
          <a:bodyPr>
            <a:normAutofit/>
          </a:bodyPr>
          <a:lstStyle/>
          <a:p>
            <a:r>
              <a:rPr lang="en-GB" dirty="0"/>
              <a:t>Business Layer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646F344-1978-2D32-9295-43FC1D9065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2272098"/>
              </p:ext>
            </p:extLst>
          </p:nvPr>
        </p:nvGraphicFramePr>
        <p:xfrm>
          <a:off x="4387515" y="2022601"/>
          <a:ext cx="7161017" cy="41543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179322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6CBC2D-B610-8DEF-883B-8A9775E01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 dirty="0">
                <a:latin typeface="+mj-lt"/>
                <a:ea typeface="+mj-ea"/>
                <a:cs typeface="+mj-cs"/>
              </a:rPr>
              <a:t>Sprint Plan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03AEF4F-6008-2114-B793-E7218A36043B}"/>
              </a:ext>
            </a:extLst>
          </p:cNvPr>
          <p:cNvSpPr/>
          <p:nvPr/>
        </p:nvSpPr>
        <p:spPr>
          <a:xfrm>
            <a:off x="683172" y="1690688"/>
            <a:ext cx="3384331" cy="150588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FC66256-CA08-6090-8C72-21E729AC5FD1}"/>
              </a:ext>
            </a:extLst>
          </p:cNvPr>
          <p:cNvSpPr/>
          <p:nvPr/>
        </p:nvSpPr>
        <p:spPr>
          <a:xfrm>
            <a:off x="4222531" y="1690688"/>
            <a:ext cx="3384331" cy="150588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48B1703-F3E4-FB2C-6351-BC5B12FB65CA}"/>
              </a:ext>
            </a:extLst>
          </p:cNvPr>
          <p:cNvSpPr/>
          <p:nvPr/>
        </p:nvSpPr>
        <p:spPr>
          <a:xfrm>
            <a:off x="7761890" y="1690688"/>
            <a:ext cx="3384331" cy="150588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135621B-DC30-3811-3E84-89C020FBE2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3">
            <a:norm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Sprint 1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Documentation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API </a:t>
            </a:r>
          </a:p>
          <a:p>
            <a:pPr marL="457200" lvl="1" indent="0">
              <a:buNone/>
            </a:pPr>
            <a:endParaRPr lang="en-GB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GB" sz="2400" dirty="0"/>
              <a:t>Start Date </a:t>
            </a:r>
          </a:p>
          <a:p>
            <a:pPr marL="0" indent="0">
              <a:buNone/>
            </a:pPr>
            <a:r>
              <a:rPr lang="en-GB" sz="2400" dirty="0"/>
              <a:t>15/08/2022 – 9:00AM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End Date</a:t>
            </a:r>
          </a:p>
          <a:p>
            <a:pPr marL="0" indent="0">
              <a:buNone/>
            </a:pPr>
            <a:r>
              <a:rPr lang="en-GB" sz="2400" dirty="0"/>
              <a:t>16/08/2022 – 12:00AM</a:t>
            </a:r>
            <a:endParaRPr lang="en-GB" dirty="0"/>
          </a:p>
          <a:p>
            <a:pPr marL="457200" lvl="1" indent="0">
              <a:buNone/>
            </a:pPr>
            <a:endParaRPr lang="en-GB" dirty="0"/>
          </a:p>
          <a:p>
            <a:r>
              <a:rPr lang="en-GB" dirty="0">
                <a:solidFill>
                  <a:schemeClr val="bg1"/>
                </a:solidFill>
              </a:rPr>
              <a:t>Sprint 2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Web Page Creation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Testing</a:t>
            </a:r>
          </a:p>
          <a:p>
            <a:pPr marL="457200" lvl="1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sz="2400" dirty="0"/>
              <a:t>Start Date </a:t>
            </a:r>
          </a:p>
          <a:p>
            <a:pPr marL="0" indent="0">
              <a:buNone/>
            </a:pPr>
            <a:r>
              <a:rPr lang="en-GB" sz="2400" dirty="0"/>
              <a:t>16/08/2022 – 12:30AM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End Date</a:t>
            </a:r>
          </a:p>
          <a:p>
            <a:pPr marL="0" indent="0">
              <a:buNone/>
            </a:pPr>
            <a:r>
              <a:rPr lang="en-GB" sz="2400" dirty="0"/>
              <a:t>17/08/2022 – 12:00AM</a:t>
            </a:r>
            <a:endParaRPr lang="en-GB" dirty="0"/>
          </a:p>
          <a:p>
            <a:pPr marL="457200" lvl="1" indent="0">
              <a:buNone/>
            </a:pPr>
            <a:endParaRPr lang="en-GB" dirty="0"/>
          </a:p>
          <a:p>
            <a:r>
              <a:rPr lang="en-GB" dirty="0">
                <a:solidFill>
                  <a:schemeClr val="bg1"/>
                </a:solidFill>
              </a:rPr>
              <a:t>Sprint 3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Presentation 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Compile</a:t>
            </a:r>
          </a:p>
          <a:p>
            <a:pPr lvl="1"/>
            <a:endParaRPr lang="en-GB" dirty="0"/>
          </a:p>
          <a:p>
            <a:pPr marL="0" indent="0">
              <a:buNone/>
            </a:pPr>
            <a:r>
              <a:rPr lang="en-GB" sz="2400" dirty="0"/>
              <a:t>Start Date </a:t>
            </a:r>
          </a:p>
          <a:p>
            <a:pPr marL="0" indent="0">
              <a:buNone/>
            </a:pPr>
            <a:r>
              <a:rPr lang="en-GB" sz="2400" dirty="0"/>
              <a:t>17/08/2022 – 12:30AM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End Date</a:t>
            </a:r>
          </a:p>
          <a:p>
            <a:pPr marL="0" indent="0">
              <a:buNone/>
            </a:pPr>
            <a:r>
              <a:rPr lang="en-GB" sz="2400" dirty="0"/>
              <a:t>18/08/2022 – 17:00PM</a:t>
            </a:r>
          </a:p>
        </p:txBody>
      </p:sp>
    </p:spTree>
    <p:extLst>
      <p:ext uri="{BB962C8B-B14F-4D97-AF65-F5344CB8AC3E}">
        <p14:creationId xmlns:p14="http://schemas.microsoft.com/office/powerpoint/2010/main" val="4017056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23AC064-BC96-4F32-8AE1-B2FD38754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96882" y="280374"/>
            <a:ext cx="11438793" cy="184425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651020-9F4D-5112-BA49-DF562C1C3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351" y="433545"/>
            <a:ext cx="11139854" cy="93044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>
                <a:solidFill>
                  <a:srgbClr val="FFFFFF"/>
                </a:solidFill>
              </a:rPr>
              <a:t>Sprint One Example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E7C77BC-7138-40B1-A15B-20F57A494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30078" y="1522292"/>
            <a:ext cx="77724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6E3EB859-30A6-A9D9-5F65-8B8D6882D2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5149" y="2426818"/>
            <a:ext cx="2108753" cy="3997637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B146403-F3D6-484B-B2ED-97F9565D03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116278" y="2596836"/>
            <a:ext cx="0" cy="365760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461A8580-17E1-AEDE-D7C0-3C1D539D19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8610" y="2426818"/>
            <a:ext cx="4068842" cy="399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453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FB5E7-4876-7418-E12D-AB397CECF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Journey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3E92E57-2705-7AAC-1C1F-416DEB7B1C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0618507"/>
              </p:ext>
            </p:extLst>
          </p:nvPr>
        </p:nvGraphicFramePr>
        <p:xfrm>
          <a:off x="838200" y="1825625"/>
          <a:ext cx="10515600" cy="28651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47497965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2233775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Technology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Description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9194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JavaScript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Creation of interactive webpages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4539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CSS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Used to style elements on HTML documents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1907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Used to structure webpages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19522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Spring Boot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Application used to fast track creation of services with their frameworks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7039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VS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0274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Swagger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Creates documentation for API’s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99739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02979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725F0-DC17-A994-B82A-CBA2B015B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Continuous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F58EC-FF7E-E90E-C641-7FCCF132C9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Version control system</a:t>
            </a:r>
          </a:p>
          <a:p>
            <a:pPr lvl="1"/>
            <a:r>
              <a:rPr lang="en-GB" dirty="0"/>
              <a:t>Git </a:t>
            </a:r>
          </a:p>
          <a:p>
            <a:pPr lvl="1"/>
            <a:r>
              <a:rPr lang="en-GB" dirty="0" err="1"/>
              <a:t>Github</a:t>
            </a:r>
            <a:endParaRPr lang="en-GB" dirty="0"/>
          </a:p>
          <a:p>
            <a:r>
              <a:rPr lang="en-GB" dirty="0"/>
              <a:t>When MVP was being developed, the feature branch approach was employed to ensure that it was always functional for users</a:t>
            </a:r>
          </a:p>
          <a:p>
            <a:r>
              <a:rPr lang="en-GB" dirty="0"/>
              <a:t>Branches were called by the thought that they change.</a:t>
            </a:r>
          </a:p>
        </p:txBody>
      </p:sp>
    </p:spTree>
    <p:extLst>
      <p:ext uri="{BB962C8B-B14F-4D97-AF65-F5344CB8AC3E}">
        <p14:creationId xmlns:p14="http://schemas.microsoft.com/office/powerpoint/2010/main" val="16027782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4AC62-0643-AEFF-9239-61174732E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099" y="1396289"/>
            <a:ext cx="4399093" cy="1325563"/>
          </a:xfrm>
        </p:spPr>
        <p:txBody>
          <a:bodyPr>
            <a:normAutofit/>
          </a:bodyPr>
          <a:lstStyle/>
          <a:p>
            <a:r>
              <a:rPr lang="en-GB" dirty="0"/>
              <a:t>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36B7D-6CD6-AE36-A5C2-D548E24888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5544" y="2871982"/>
            <a:ext cx="4399094" cy="3181684"/>
          </a:xfrm>
        </p:spPr>
        <p:txBody>
          <a:bodyPr anchor="t">
            <a:normAutofit/>
          </a:bodyPr>
          <a:lstStyle/>
          <a:p>
            <a:endParaRPr lang="en-GB" sz="1800" dirty="0"/>
          </a:p>
          <a:p>
            <a:pPr lvl="1"/>
            <a:endParaRPr lang="en-GB" sz="180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C62225A2-D3F0-45D1-9C47-B10375316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11927" y="-1"/>
            <a:ext cx="6480073" cy="6858002"/>
          </a:xfrm>
          <a:custGeom>
            <a:avLst/>
            <a:gdLst>
              <a:gd name="connsiteX0" fmla="*/ 6130244 w 6480073"/>
              <a:gd name="connsiteY0" fmla="*/ 0 h 6858002"/>
              <a:gd name="connsiteX1" fmla="*/ 6212951 w 6480073"/>
              <a:gd name="connsiteY1" fmla="*/ 314584 h 6858002"/>
              <a:gd name="connsiteX2" fmla="*/ 5540779 w 6480073"/>
              <a:gd name="connsiteY2" fmla="*/ 6756649 h 6858002"/>
              <a:gd name="connsiteX3" fmla="*/ 5489971 w 6480073"/>
              <a:gd name="connsiteY3" fmla="*/ 6858002 h 6858002"/>
              <a:gd name="connsiteX4" fmla="*/ 0 w 6480073"/>
              <a:gd name="connsiteY4" fmla="*/ 6858002 h 6858002"/>
              <a:gd name="connsiteX5" fmla="*/ 0 w 6480073"/>
              <a:gd name="connsiteY5" fmla="*/ 0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480073" h="6858002">
                <a:moveTo>
                  <a:pt x="6130244" y="0"/>
                </a:moveTo>
                <a:lnTo>
                  <a:pt x="6212951" y="314584"/>
                </a:lnTo>
                <a:cubicBezTo>
                  <a:pt x="6745828" y="2551616"/>
                  <a:pt x="6460994" y="4808873"/>
                  <a:pt x="5540779" y="6756649"/>
                </a:cubicBezTo>
                <a:lnTo>
                  <a:pt x="5489971" y="6858002"/>
                </a:lnTo>
                <a:lnTo>
                  <a:pt x="0" y="6858002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1B9FBFA8-6AF4-4091-9C8B-DEC6D8933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42784" y="0"/>
            <a:ext cx="6249216" cy="6858001"/>
          </a:xfrm>
          <a:custGeom>
            <a:avLst/>
            <a:gdLst>
              <a:gd name="connsiteX0" fmla="*/ 0 w 6249216"/>
              <a:gd name="connsiteY0" fmla="*/ 0 h 6858001"/>
              <a:gd name="connsiteX1" fmla="*/ 5893742 w 6249216"/>
              <a:gd name="connsiteY1" fmla="*/ 1 h 6858001"/>
              <a:gd name="connsiteX2" fmla="*/ 5993697 w 6249216"/>
              <a:gd name="connsiteY2" fmla="*/ 380651 h 6858001"/>
              <a:gd name="connsiteX3" fmla="*/ 5308924 w 6249216"/>
              <a:gd name="connsiteY3" fmla="*/ 6647018 h 6858001"/>
              <a:gd name="connsiteX4" fmla="*/ 5200672 w 6249216"/>
              <a:gd name="connsiteY4" fmla="*/ 6858001 h 6858001"/>
              <a:gd name="connsiteX5" fmla="*/ 1 w 6249216"/>
              <a:gd name="connsiteY5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49216" h="6858001">
                <a:moveTo>
                  <a:pt x="0" y="0"/>
                </a:moveTo>
                <a:lnTo>
                  <a:pt x="5893742" y="1"/>
                </a:lnTo>
                <a:lnTo>
                  <a:pt x="5993697" y="380651"/>
                </a:lnTo>
                <a:cubicBezTo>
                  <a:pt x="6511353" y="2559611"/>
                  <a:pt x="6222352" y="4758249"/>
                  <a:pt x="5308924" y="6647018"/>
                </a:cubicBezTo>
                <a:lnTo>
                  <a:pt x="5200672" y="6858001"/>
                </a:lnTo>
                <a:lnTo>
                  <a:pt x="1" y="685800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8CD7C84C-5983-8680-796D-1CF5606745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752" y="3245198"/>
            <a:ext cx="4622052" cy="2368801"/>
          </a:xfrm>
          <a:prstGeom prst="rect">
            <a:avLst/>
          </a:prstGeom>
        </p:spPr>
      </p:pic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A07C6079-4307-711F-65A2-7096CC260B9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1752" y="1063622"/>
            <a:ext cx="4622052" cy="128261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F2E9640-717E-3053-4F68-88D755C331AC}"/>
              </a:ext>
            </a:extLst>
          </p:cNvPr>
          <p:cNvSpPr txBox="1"/>
          <p:nvPr/>
        </p:nvSpPr>
        <p:spPr>
          <a:xfrm>
            <a:off x="7261752" y="2360567"/>
            <a:ext cx="4622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Integration Testing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C6A274-9F4C-B472-16A8-C429BADD4E9E}"/>
              </a:ext>
            </a:extLst>
          </p:cNvPr>
          <p:cNvSpPr txBox="1"/>
          <p:nvPr/>
        </p:nvSpPr>
        <p:spPr>
          <a:xfrm>
            <a:off x="7261752" y="5681869"/>
            <a:ext cx="4622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Unit Testing</a:t>
            </a:r>
          </a:p>
        </p:txBody>
      </p:sp>
      <p:pic>
        <p:nvPicPr>
          <p:cNvPr id="13" name="Picture 12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C6EEFDD5-04CA-734E-BD41-56A29D45EE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51" y="3245198"/>
            <a:ext cx="5524448" cy="862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9817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FB946D7-1CA4-446E-8795-007CACFDE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92416F2-BC84-4D7C-80C6-6296C10C3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795338" y="981075"/>
            <a:ext cx="10601325" cy="4552949"/>
          </a:xfrm>
          <a:prstGeom prst="rect">
            <a:avLst/>
          </a:prstGeom>
          <a:solidFill>
            <a:schemeClr val="bg1"/>
          </a:solidFill>
          <a:ln w="127000" cap="sq" cmpd="thinThick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228EBC-8B92-C1F6-5889-BCA2B3E0A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7097" y="1428750"/>
            <a:ext cx="9117807" cy="210502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Demonstration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330623A-AB89-4E04-AC9A-2BAFBF85AE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352800" y="3771366"/>
            <a:ext cx="5486400" cy="0"/>
          </a:xfrm>
          <a:prstGeom prst="line">
            <a:avLst/>
          </a:prstGeom>
          <a:ln w="222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72164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1707FC24-6981-43D9-B525-C7832BA22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36884" y="311449"/>
            <a:ext cx="4332307" cy="6179552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Graphical user interface, text, application, Teams&#10;&#10;Description automatically generated">
            <a:extLst>
              <a:ext uri="{FF2B5EF4-FFF2-40B4-BE49-F238E27FC236}">
                <a16:creationId xmlns:a16="http://schemas.microsoft.com/office/drawing/2014/main" id="{21D5B373-D86D-C29E-3B9A-C179D4857E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7880" t="26958" r="1508" b="4447"/>
          <a:stretch/>
        </p:blipFill>
        <p:spPr>
          <a:xfrm>
            <a:off x="5153025" y="520700"/>
            <a:ext cx="6553200" cy="1700213"/>
          </a:xfrm>
        </p:spPr>
      </p:pic>
      <p:pic>
        <p:nvPicPr>
          <p:cNvPr id="7" name="Picture 6" descr="Graphical user interface, text, application, Teams&#10;&#10;Description automatically generated">
            <a:extLst>
              <a:ext uri="{FF2B5EF4-FFF2-40B4-BE49-F238E27FC236}">
                <a16:creationId xmlns:a16="http://schemas.microsoft.com/office/drawing/2014/main" id="{B1D46823-D17B-369F-9999-7A70406A53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3025" y="2292350"/>
            <a:ext cx="6553200" cy="1692275"/>
          </a:xfrm>
          <a:prstGeom prst="rect">
            <a:avLst/>
          </a:prstGeom>
        </p:spPr>
      </p:pic>
      <p:pic>
        <p:nvPicPr>
          <p:cNvPr id="9" name="Picture 8" descr="Timeline&#10;&#10;Description automatically generated">
            <a:extLst>
              <a:ext uri="{FF2B5EF4-FFF2-40B4-BE49-F238E27FC236}">
                <a16:creationId xmlns:a16="http://schemas.microsoft.com/office/drawing/2014/main" id="{83F2DA00-12B9-85D5-34FF-DF05606A1C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3025" y="4057650"/>
            <a:ext cx="6553200" cy="22891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6CBC2D-B610-8DEF-883B-8A9775E01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950" y="742951"/>
            <a:ext cx="3476625" cy="49625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Sprint Review</a:t>
            </a:r>
          </a:p>
        </p:txBody>
      </p:sp>
    </p:spTree>
    <p:extLst>
      <p:ext uri="{BB962C8B-B14F-4D97-AF65-F5344CB8AC3E}">
        <p14:creationId xmlns:p14="http://schemas.microsoft.com/office/powerpoint/2010/main" val="30966521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F9857ED-1DEF-4481-AEB4-E7759342AC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5457275" cy="6858000"/>
          </a:xfrm>
          <a:custGeom>
            <a:avLst/>
            <a:gdLst>
              <a:gd name="connsiteX0" fmla="*/ 5457275 w 5457275"/>
              <a:gd name="connsiteY0" fmla="*/ 0 h 6858000"/>
              <a:gd name="connsiteX1" fmla="*/ 361354 w 5457275"/>
              <a:gd name="connsiteY1" fmla="*/ 0 h 6858000"/>
              <a:gd name="connsiteX2" fmla="*/ 335637 w 5457275"/>
              <a:gd name="connsiteY2" fmla="*/ 94722 h 6858000"/>
              <a:gd name="connsiteX3" fmla="*/ 690849 w 5457275"/>
              <a:gd name="connsiteY3" fmla="*/ 6842426 h 6858000"/>
              <a:gd name="connsiteX4" fmla="*/ 696735 w 5457275"/>
              <a:gd name="connsiteY4" fmla="*/ 6858000 h 6858000"/>
              <a:gd name="connsiteX5" fmla="*/ 5457275 w 545727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57275" h="6858000">
                <a:moveTo>
                  <a:pt x="5457275" y="0"/>
                </a:moveTo>
                <a:lnTo>
                  <a:pt x="361354" y="0"/>
                </a:lnTo>
                <a:lnTo>
                  <a:pt x="335637" y="94722"/>
                </a:lnTo>
                <a:cubicBezTo>
                  <a:pt x="-226206" y="2374054"/>
                  <a:pt x="-65870" y="4704140"/>
                  <a:pt x="690849" y="6842426"/>
                </a:cubicBezTo>
                <a:lnTo>
                  <a:pt x="696735" y="6858000"/>
                </a:lnTo>
                <a:lnTo>
                  <a:pt x="5457275" y="685800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6E4FBE1-8E8A-42A6-B693-88C8979D8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5228693" cy="6858000"/>
          </a:xfrm>
          <a:custGeom>
            <a:avLst/>
            <a:gdLst>
              <a:gd name="connsiteX0" fmla="*/ 5228693 w 5228693"/>
              <a:gd name="connsiteY0" fmla="*/ 0 h 6858000"/>
              <a:gd name="connsiteX1" fmla="*/ 371685 w 5228693"/>
              <a:gd name="connsiteY1" fmla="*/ 1 h 6858000"/>
              <a:gd name="connsiteX2" fmla="*/ 319533 w 5228693"/>
              <a:gd name="connsiteY2" fmla="*/ 193787 h 6858000"/>
              <a:gd name="connsiteX3" fmla="*/ 623642 w 5228693"/>
              <a:gd name="connsiteY3" fmla="*/ 6599363 h 6858000"/>
              <a:gd name="connsiteX4" fmla="*/ 717029 w 5228693"/>
              <a:gd name="connsiteY4" fmla="*/ 6858000 h 6858000"/>
              <a:gd name="connsiteX5" fmla="*/ 5228693 w 5228693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8693" h="6858000">
                <a:moveTo>
                  <a:pt x="5228693" y="0"/>
                </a:moveTo>
                <a:lnTo>
                  <a:pt x="371685" y="1"/>
                </a:lnTo>
                <a:lnTo>
                  <a:pt x="319533" y="193787"/>
                </a:lnTo>
                <a:cubicBezTo>
                  <a:pt x="-206622" y="2355719"/>
                  <a:pt x="-67685" y="4563346"/>
                  <a:pt x="623642" y="6599363"/>
                </a:cubicBezTo>
                <a:lnTo>
                  <a:pt x="717029" y="6858000"/>
                </a:lnTo>
                <a:lnTo>
                  <a:pt x="5228693" y="6858000"/>
                </a:lnTo>
                <a:close/>
              </a:path>
            </a:pathLst>
          </a:custGeom>
          <a:solidFill>
            <a:schemeClr val="bg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846DAA-3402-3BB6-53C8-1E11CA0BD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1" y="1330007"/>
            <a:ext cx="3820669" cy="4692396"/>
          </a:xfrm>
        </p:spPr>
        <p:txBody>
          <a:bodyPr anchor="ctr">
            <a:normAutofit/>
          </a:bodyPr>
          <a:lstStyle/>
          <a:p>
            <a:r>
              <a:rPr lang="en-GB" sz="5000" dirty="0"/>
              <a:t>Sprint Retrospective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F521F1-99D0-0F2F-F9E1-78E02FD027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6808" y="1330007"/>
            <a:ext cx="6297461" cy="4692396"/>
          </a:xfrm>
        </p:spPr>
        <p:txBody>
          <a:bodyPr numCol="2" anchor="ctr">
            <a:normAutofit/>
          </a:bodyPr>
          <a:lstStyle/>
          <a:p>
            <a:pPr marL="0" indent="0">
              <a:buNone/>
            </a:pPr>
            <a:r>
              <a:rPr lang="en-GB" sz="2200" u="sng" dirty="0"/>
              <a:t>What went well?</a:t>
            </a:r>
          </a:p>
          <a:p>
            <a:r>
              <a:rPr lang="en-GB" sz="2200" dirty="0"/>
              <a:t>Suitable epics</a:t>
            </a:r>
          </a:p>
          <a:p>
            <a:r>
              <a:rPr lang="en-GB" sz="2200" dirty="0"/>
              <a:t>MVP achieved</a:t>
            </a:r>
          </a:p>
          <a:p>
            <a:r>
              <a:rPr lang="en-GB" sz="2200" dirty="0"/>
              <a:t>Use of </a:t>
            </a:r>
            <a:r>
              <a:rPr lang="en-GB" sz="2200" dirty="0" err="1"/>
              <a:t>MoSCoW</a:t>
            </a:r>
            <a:endParaRPr lang="en-GB" sz="2200" dirty="0"/>
          </a:p>
          <a:p>
            <a:endParaRPr lang="en-GB" sz="2200" dirty="0"/>
          </a:p>
          <a:p>
            <a:endParaRPr lang="en-GB" sz="2200" dirty="0"/>
          </a:p>
          <a:p>
            <a:endParaRPr lang="en-GB" sz="2200" dirty="0"/>
          </a:p>
          <a:p>
            <a:endParaRPr lang="en-GB" sz="2200" dirty="0"/>
          </a:p>
          <a:p>
            <a:endParaRPr lang="en-GB" sz="2200" dirty="0"/>
          </a:p>
          <a:p>
            <a:pPr marL="0" indent="0">
              <a:buNone/>
            </a:pPr>
            <a:endParaRPr lang="en-GB" sz="2200" u="sng" dirty="0"/>
          </a:p>
          <a:p>
            <a:pPr marL="0" indent="0">
              <a:buNone/>
            </a:pPr>
            <a:endParaRPr lang="en-GB" sz="2200" u="sng" dirty="0"/>
          </a:p>
          <a:p>
            <a:pPr marL="0" indent="0">
              <a:buNone/>
            </a:pPr>
            <a:r>
              <a:rPr lang="en-GB" sz="2200" u="sng" dirty="0"/>
              <a:t>What could be improved?</a:t>
            </a:r>
          </a:p>
          <a:p>
            <a:r>
              <a:rPr lang="en-GB" sz="2200" dirty="0"/>
              <a:t>Included more topics (Child issues)</a:t>
            </a:r>
          </a:p>
          <a:p>
            <a:r>
              <a:rPr lang="en-GB" sz="2200" dirty="0"/>
              <a:t>Use Jira to highlight bugs in project</a:t>
            </a:r>
          </a:p>
          <a:p>
            <a:r>
              <a:rPr lang="en-GB" sz="2200" dirty="0"/>
              <a:t>Time management</a:t>
            </a:r>
          </a:p>
          <a:p>
            <a:pPr lvl="1"/>
            <a:r>
              <a:rPr lang="en-GB" sz="2200" dirty="0"/>
              <a:t>Extra time to make the web page user friendly</a:t>
            </a:r>
          </a:p>
          <a:p>
            <a:endParaRPr lang="en-GB" sz="2200" dirty="0"/>
          </a:p>
          <a:p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12404359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166C6D1-23AC-49C4-BA07-238E4E9F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058" y="450221"/>
            <a:ext cx="4402377" cy="3918123"/>
          </a:xfrm>
          <a:prstGeom prst="rect">
            <a:avLst/>
          </a:prstGeom>
          <a:solidFill>
            <a:srgbClr val="595959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41C51E-0C4E-9907-D164-D928109E1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700" y="762000"/>
            <a:ext cx="3759200" cy="3340100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Conclusion &amp; Future Work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86B68C-84BC-4A6E-99D1-EE87483C1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48949" y="450221"/>
            <a:ext cx="2115455" cy="1898903"/>
          </a:xfrm>
          <a:prstGeom prst="rect">
            <a:avLst/>
          </a:prstGeom>
          <a:solidFill>
            <a:srgbClr val="A5A5A5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F218A6E-A365-45D3-80AE-344CE8561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48949" y="2502049"/>
            <a:ext cx="2115455" cy="1866295"/>
          </a:xfrm>
          <a:prstGeom prst="rect">
            <a:avLst/>
          </a:prstGeom>
          <a:solidFill>
            <a:srgbClr val="7F7F7F">
              <a:alpha val="20000"/>
            </a:srgb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Graphic 6" descr="Web Design">
            <a:extLst>
              <a:ext uri="{FF2B5EF4-FFF2-40B4-BE49-F238E27FC236}">
                <a16:creationId xmlns:a16="http://schemas.microsoft.com/office/drawing/2014/main" id="{567DD2E8-46C5-8E61-C7E6-F7941A3C51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82310" y="2606351"/>
            <a:ext cx="1645297" cy="1645297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775CD93-9DF2-48CB-9F57-1BCA9A46C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921" y="4521269"/>
            <a:ext cx="6697525" cy="1877811"/>
          </a:xfrm>
          <a:prstGeom prst="rect">
            <a:avLst/>
          </a:prstGeom>
          <a:solidFill>
            <a:schemeClr val="accent1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C091803-41C2-48E0-9228-5148460C74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11418" y="450221"/>
            <a:ext cx="4421661" cy="5948858"/>
          </a:xfrm>
          <a:prstGeom prst="rect">
            <a:avLst/>
          </a:prstGeom>
          <a:solidFill>
            <a:schemeClr val="tx1">
              <a:lumMod val="50000"/>
              <a:lumOff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7F3DC-B411-FC25-2F6F-69C798BC64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8103" y="795548"/>
            <a:ext cx="3759198" cy="5275603"/>
          </a:xfrm>
        </p:spPr>
        <p:txBody>
          <a:bodyPr anchor="ctr">
            <a:normAutofit/>
          </a:bodyPr>
          <a:lstStyle/>
          <a:p>
            <a:r>
              <a:rPr lang="en-GB" sz="2000" dirty="0"/>
              <a:t>The web application meets the MVP.</a:t>
            </a:r>
          </a:p>
          <a:p>
            <a:r>
              <a:rPr lang="en-GB" sz="2000" dirty="0"/>
              <a:t>Developed knowledge on Swagger API.</a:t>
            </a:r>
          </a:p>
          <a:p>
            <a:r>
              <a:rPr lang="en-GB" sz="2000" dirty="0"/>
              <a:t>Create a user friendly web page.</a:t>
            </a:r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064805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493</TotalTime>
  <Words>418</Words>
  <Application>Microsoft Macintosh PowerPoint</Application>
  <PresentationFormat>Widescreen</PresentationFormat>
  <Paragraphs>134</Paragraphs>
  <Slides>14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To-Do List Web Page</vt:lpstr>
      <vt:lpstr>Introduction</vt:lpstr>
      <vt:lpstr>Concept</vt:lpstr>
      <vt:lpstr>Data Layer</vt:lpstr>
      <vt:lpstr>Business Layer</vt:lpstr>
      <vt:lpstr>Sprint Plan</vt:lpstr>
      <vt:lpstr>Sprint One Example</vt:lpstr>
      <vt:lpstr>Journey</vt:lpstr>
      <vt:lpstr>Continuous Integration</vt:lpstr>
      <vt:lpstr>Testing</vt:lpstr>
      <vt:lpstr>Demonstration</vt:lpstr>
      <vt:lpstr>Sprint Review</vt:lpstr>
      <vt:lpstr>Sprint Retrospective</vt:lpstr>
      <vt:lpstr>Conclusion &amp; 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To-Do List Web Page</dc:title>
  <dc:creator>Ibraheem Latif</dc:creator>
  <cp:lastModifiedBy>Ibraheem Latif</cp:lastModifiedBy>
  <cp:revision>2</cp:revision>
  <dcterms:created xsi:type="dcterms:W3CDTF">2022-08-18T12:03:25Z</dcterms:created>
  <dcterms:modified xsi:type="dcterms:W3CDTF">2022-08-18T20:16:53Z</dcterms:modified>
</cp:coreProperties>
</file>